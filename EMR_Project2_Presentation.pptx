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65" r:id="rId3"/>
    <p:sldId id="268" r:id="rId4"/>
    <p:sldId id="269" r:id="rId5"/>
    <p:sldId id="270" r:id="rId6"/>
    <p:sldId id="271" r:id="rId7"/>
    <p:sldId id="278" r:id="rId8"/>
    <p:sldId id="272" r:id="rId9"/>
    <p:sldId id="273" r:id="rId10"/>
    <p:sldId id="274" r:id="rId11"/>
    <p:sldId id="275" r:id="rId12"/>
    <p:sldId id="276" r:id="rId13"/>
    <p:sldId id="277" r:id="rId14"/>
    <p:sldId id="279" r:id="rId15"/>
    <p:sldId id="263" r:id="rId16"/>
    <p:sldId id="264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WhjhuXGAIAyCt/PU186/iw293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EC6591-ACF8-47BB-9D7F-F5DAC8134E86}">
  <a:tblStyle styleId="{B9EC6591-ACF8-47BB-9D7F-F5DAC8134E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84"/>
  </p:normalViewPr>
  <p:slideViewPr>
    <p:cSldViewPr snapToGrid="0">
      <p:cViewPr varScale="1">
        <p:scale>
          <a:sx n="122" d="100"/>
          <a:sy n="122" d="100"/>
        </p:scale>
        <p:origin x="129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C094A6-4090-4C71-BE85-036C52F421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7E68C48-5D50-4F96-A24F-CA96A91A6595}">
      <dgm:prSet/>
      <dgm:spPr/>
      <dgm:t>
        <a:bodyPr/>
        <a:lstStyle/>
        <a:p>
          <a:r>
            <a:rPr lang="en-US" b="0" i="0"/>
            <a:t>UML Model now includes user access components: Roles, Permissions, User_Role.</a:t>
          </a:r>
          <a:endParaRPr lang="en-US"/>
        </a:p>
      </dgm:t>
    </dgm:pt>
    <dgm:pt modelId="{EE2016EF-3249-4F2E-B2FB-9B9D558705C6}" type="parTrans" cxnId="{35A36E1C-4B5B-4AB4-9F4B-348C56FC9772}">
      <dgm:prSet/>
      <dgm:spPr/>
      <dgm:t>
        <a:bodyPr/>
        <a:lstStyle/>
        <a:p>
          <a:endParaRPr lang="en-US"/>
        </a:p>
      </dgm:t>
    </dgm:pt>
    <dgm:pt modelId="{C8D0FF19-0CF2-4DC5-8A0A-563F6928E87A}" type="sibTrans" cxnId="{35A36E1C-4B5B-4AB4-9F4B-348C56FC9772}">
      <dgm:prSet/>
      <dgm:spPr/>
      <dgm:t>
        <a:bodyPr/>
        <a:lstStyle/>
        <a:p>
          <a:endParaRPr lang="en-US"/>
        </a:p>
      </dgm:t>
    </dgm:pt>
    <dgm:pt modelId="{70F12AC5-01C4-46F9-A452-F9672289AC63}">
      <dgm:prSet/>
      <dgm:spPr/>
      <dgm:t>
        <a:bodyPr/>
        <a:lstStyle/>
        <a:p>
          <a:r>
            <a:rPr lang="en-US" b="0" i="0"/>
            <a:t>Logging components added: Audit_Log and Login_History.</a:t>
          </a:r>
          <a:endParaRPr lang="en-US"/>
        </a:p>
      </dgm:t>
    </dgm:pt>
    <dgm:pt modelId="{7CDCCCDD-B7B7-4E47-878C-6F8AD8130287}" type="parTrans" cxnId="{A9B71B2C-C3C4-4364-A502-A1F33C73F577}">
      <dgm:prSet/>
      <dgm:spPr/>
      <dgm:t>
        <a:bodyPr/>
        <a:lstStyle/>
        <a:p>
          <a:endParaRPr lang="en-US"/>
        </a:p>
      </dgm:t>
    </dgm:pt>
    <dgm:pt modelId="{802A3BB1-211C-4D8B-AFA4-756FAD8D7961}" type="sibTrans" cxnId="{A9B71B2C-C3C4-4364-A502-A1F33C73F577}">
      <dgm:prSet/>
      <dgm:spPr/>
      <dgm:t>
        <a:bodyPr/>
        <a:lstStyle/>
        <a:p>
          <a:endParaRPr lang="en-US"/>
        </a:p>
      </dgm:t>
    </dgm:pt>
    <dgm:pt modelId="{DBB0D566-2E43-4C5C-944E-9773420D40DC}">
      <dgm:prSet/>
      <dgm:spPr/>
      <dgm:t>
        <a:bodyPr/>
        <a:lstStyle/>
        <a:p>
          <a:r>
            <a:rPr lang="en-US" b="0" i="0"/>
            <a:t>Reflects separation between user management, security, and clinical data.</a:t>
          </a:r>
          <a:endParaRPr lang="en-US"/>
        </a:p>
      </dgm:t>
    </dgm:pt>
    <dgm:pt modelId="{149DE2D8-16B0-4DD3-A440-B3C65004EAAC}" type="parTrans" cxnId="{0732C8F6-6104-4763-8356-62A5BF0F922C}">
      <dgm:prSet/>
      <dgm:spPr/>
      <dgm:t>
        <a:bodyPr/>
        <a:lstStyle/>
        <a:p>
          <a:endParaRPr lang="en-US"/>
        </a:p>
      </dgm:t>
    </dgm:pt>
    <dgm:pt modelId="{D1DE0CA7-6194-4B57-8823-903F949555EB}" type="sibTrans" cxnId="{0732C8F6-6104-4763-8356-62A5BF0F922C}">
      <dgm:prSet/>
      <dgm:spPr/>
      <dgm:t>
        <a:bodyPr/>
        <a:lstStyle/>
        <a:p>
          <a:endParaRPr lang="en-US"/>
        </a:p>
      </dgm:t>
    </dgm:pt>
    <dgm:pt modelId="{9621C965-A499-4532-AE57-0E2DA613A5CA}">
      <dgm:prSet/>
      <dgm:spPr/>
      <dgm:t>
        <a:bodyPr/>
        <a:lstStyle/>
        <a:p>
          <a:r>
            <a:rPr lang="en-US" b="0" i="0"/>
            <a:t>Clear mapping of entities used for authentication, authorization, and auditing.</a:t>
          </a:r>
          <a:endParaRPr lang="en-US"/>
        </a:p>
      </dgm:t>
    </dgm:pt>
    <dgm:pt modelId="{FB9E3624-F911-470C-821B-32A6464E8A5C}" type="parTrans" cxnId="{193F346D-38D1-43B2-A1FB-B9CE981F1E0B}">
      <dgm:prSet/>
      <dgm:spPr/>
      <dgm:t>
        <a:bodyPr/>
        <a:lstStyle/>
        <a:p>
          <a:endParaRPr lang="en-US"/>
        </a:p>
      </dgm:t>
    </dgm:pt>
    <dgm:pt modelId="{961946CB-5A4C-4B2F-B597-9ACC056F2655}" type="sibTrans" cxnId="{193F346D-38D1-43B2-A1FB-B9CE981F1E0B}">
      <dgm:prSet/>
      <dgm:spPr/>
      <dgm:t>
        <a:bodyPr/>
        <a:lstStyle/>
        <a:p>
          <a:endParaRPr lang="en-US"/>
        </a:p>
      </dgm:t>
    </dgm:pt>
    <dgm:pt modelId="{C16C5567-1377-4860-913E-E40B3A77B9C6}" type="pres">
      <dgm:prSet presAssocID="{C4C094A6-4090-4C71-BE85-036C52F421C7}" presName="root" presStyleCnt="0">
        <dgm:presLayoutVars>
          <dgm:dir/>
          <dgm:resizeHandles val="exact"/>
        </dgm:presLayoutVars>
      </dgm:prSet>
      <dgm:spPr/>
    </dgm:pt>
    <dgm:pt modelId="{1FCC5F78-3722-4484-A767-AA5BDDD4617B}" type="pres">
      <dgm:prSet presAssocID="{F7E68C48-5D50-4F96-A24F-CA96A91A6595}" presName="compNode" presStyleCnt="0"/>
      <dgm:spPr/>
    </dgm:pt>
    <dgm:pt modelId="{EF5F5A0F-0FB3-4F9B-88BE-35BA250D55D8}" type="pres">
      <dgm:prSet presAssocID="{F7E68C48-5D50-4F96-A24F-CA96A91A6595}" presName="bgRect" presStyleLbl="bgShp" presStyleIdx="0" presStyleCnt="4"/>
      <dgm:spPr/>
    </dgm:pt>
    <dgm:pt modelId="{2FEF6AD5-FF6F-495F-BFA8-EA5AF5B00E80}" type="pres">
      <dgm:prSet presAssocID="{F7E68C48-5D50-4F96-A24F-CA96A91A65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573C85E-875A-4998-B09A-18236CA3C3C9}" type="pres">
      <dgm:prSet presAssocID="{F7E68C48-5D50-4F96-A24F-CA96A91A6595}" presName="spaceRect" presStyleCnt="0"/>
      <dgm:spPr/>
    </dgm:pt>
    <dgm:pt modelId="{1DBA17CF-65B8-4B6A-A46A-4056CDC99E74}" type="pres">
      <dgm:prSet presAssocID="{F7E68C48-5D50-4F96-A24F-CA96A91A6595}" presName="parTx" presStyleLbl="revTx" presStyleIdx="0" presStyleCnt="4">
        <dgm:presLayoutVars>
          <dgm:chMax val="0"/>
          <dgm:chPref val="0"/>
        </dgm:presLayoutVars>
      </dgm:prSet>
      <dgm:spPr/>
    </dgm:pt>
    <dgm:pt modelId="{0283A0B4-C15E-4288-95EA-E382D08401E0}" type="pres">
      <dgm:prSet presAssocID="{C8D0FF19-0CF2-4DC5-8A0A-563F6928E87A}" presName="sibTrans" presStyleCnt="0"/>
      <dgm:spPr/>
    </dgm:pt>
    <dgm:pt modelId="{E791C8EF-014B-42A0-A95A-5243230ABF73}" type="pres">
      <dgm:prSet presAssocID="{70F12AC5-01C4-46F9-A452-F9672289AC63}" presName="compNode" presStyleCnt="0"/>
      <dgm:spPr/>
    </dgm:pt>
    <dgm:pt modelId="{3B583163-595D-44AC-9A23-722188BF435F}" type="pres">
      <dgm:prSet presAssocID="{70F12AC5-01C4-46F9-A452-F9672289AC63}" presName="bgRect" presStyleLbl="bgShp" presStyleIdx="1" presStyleCnt="4"/>
      <dgm:spPr/>
    </dgm:pt>
    <dgm:pt modelId="{5C5F60C6-2B70-4DDC-B2FD-059CBA1C69F6}" type="pres">
      <dgm:prSet presAssocID="{70F12AC5-01C4-46F9-A452-F9672289AC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9DAA37B9-DFF6-41CA-BD3F-A841E01BD5CD}" type="pres">
      <dgm:prSet presAssocID="{70F12AC5-01C4-46F9-A452-F9672289AC63}" presName="spaceRect" presStyleCnt="0"/>
      <dgm:spPr/>
    </dgm:pt>
    <dgm:pt modelId="{705266FD-739B-4169-AD79-2701AC882555}" type="pres">
      <dgm:prSet presAssocID="{70F12AC5-01C4-46F9-A452-F9672289AC63}" presName="parTx" presStyleLbl="revTx" presStyleIdx="1" presStyleCnt="4">
        <dgm:presLayoutVars>
          <dgm:chMax val="0"/>
          <dgm:chPref val="0"/>
        </dgm:presLayoutVars>
      </dgm:prSet>
      <dgm:spPr/>
    </dgm:pt>
    <dgm:pt modelId="{4123EB2E-E6BB-465F-B68B-A1596C736618}" type="pres">
      <dgm:prSet presAssocID="{802A3BB1-211C-4D8B-AFA4-756FAD8D7961}" presName="sibTrans" presStyleCnt="0"/>
      <dgm:spPr/>
    </dgm:pt>
    <dgm:pt modelId="{FB66A28C-60CE-4D4B-84BB-5676A94F1102}" type="pres">
      <dgm:prSet presAssocID="{DBB0D566-2E43-4C5C-944E-9773420D40DC}" presName="compNode" presStyleCnt="0"/>
      <dgm:spPr/>
    </dgm:pt>
    <dgm:pt modelId="{F3998392-3154-41B8-B7B9-8D297D3373AC}" type="pres">
      <dgm:prSet presAssocID="{DBB0D566-2E43-4C5C-944E-9773420D40DC}" presName="bgRect" presStyleLbl="bgShp" presStyleIdx="2" presStyleCnt="4"/>
      <dgm:spPr/>
    </dgm:pt>
    <dgm:pt modelId="{0F4922E5-1519-44DA-A527-AE79B2477099}" type="pres">
      <dgm:prSet presAssocID="{DBB0D566-2E43-4C5C-944E-9773420D40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1AE0DB7-7A0F-4EEB-A03B-EE83088D9389}" type="pres">
      <dgm:prSet presAssocID="{DBB0D566-2E43-4C5C-944E-9773420D40DC}" presName="spaceRect" presStyleCnt="0"/>
      <dgm:spPr/>
    </dgm:pt>
    <dgm:pt modelId="{124A65CF-49B9-4196-9EDB-FAD01B89AD4B}" type="pres">
      <dgm:prSet presAssocID="{DBB0D566-2E43-4C5C-944E-9773420D40DC}" presName="parTx" presStyleLbl="revTx" presStyleIdx="2" presStyleCnt="4">
        <dgm:presLayoutVars>
          <dgm:chMax val="0"/>
          <dgm:chPref val="0"/>
        </dgm:presLayoutVars>
      </dgm:prSet>
      <dgm:spPr/>
    </dgm:pt>
    <dgm:pt modelId="{93D1CDCD-489E-45BC-940A-9D48A90B972C}" type="pres">
      <dgm:prSet presAssocID="{D1DE0CA7-6194-4B57-8823-903F949555EB}" presName="sibTrans" presStyleCnt="0"/>
      <dgm:spPr/>
    </dgm:pt>
    <dgm:pt modelId="{85E3BE26-57EE-4989-985F-216673FFAE11}" type="pres">
      <dgm:prSet presAssocID="{9621C965-A499-4532-AE57-0E2DA613A5CA}" presName="compNode" presStyleCnt="0"/>
      <dgm:spPr/>
    </dgm:pt>
    <dgm:pt modelId="{2A53C4BE-B079-4598-B3D1-B0EDF30A6F70}" type="pres">
      <dgm:prSet presAssocID="{9621C965-A499-4532-AE57-0E2DA613A5CA}" presName="bgRect" presStyleLbl="bgShp" presStyleIdx="3" presStyleCnt="4"/>
      <dgm:spPr/>
    </dgm:pt>
    <dgm:pt modelId="{8EFC29C1-8F85-4121-92B9-79F20DB4AF0A}" type="pres">
      <dgm:prSet presAssocID="{9621C965-A499-4532-AE57-0E2DA613A5C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043580E-80B4-41D5-A9DB-23906D34AAAF}" type="pres">
      <dgm:prSet presAssocID="{9621C965-A499-4532-AE57-0E2DA613A5CA}" presName="spaceRect" presStyleCnt="0"/>
      <dgm:spPr/>
    </dgm:pt>
    <dgm:pt modelId="{871FE597-7018-4D34-A7D5-1A3888584886}" type="pres">
      <dgm:prSet presAssocID="{9621C965-A499-4532-AE57-0E2DA613A5C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5A36E1C-4B5B-4AB4-9F4B-348C56FC9772}" srcId="{C4C094A6-4090-4C71-BE85-036C52F421C7}" destId="{F7E68C48-5D50-4F96-A24F-CA96A91A6595}" srcOrd="0" destOrd="0" parTransId="{EE2016EF-3249-4F2E-B2FB-9B9D558705C6}" sibTransId="{C8D0FF19-0CF2-4DC5-8A0A-563F6928E87A}"/>
    <dgm:cxn modelId="{A9B71B2C-C3C4-4364-A502-A1F33C73F577}" srcId="{C4C094A6-4090-4C71-BE85-036C52F421C7}" destId="{70F12AC5-01C4-46F9-A452-F9672289AC63}" srcOrd="1" destOrd="0" parTransId="{7CDCCCDD-B7B7-4E47-878C-6F8AD8130287}" sibTransId="{802A3BB1-211C-4D8B-AFA4-756FAD8D7961}"/>
    <dgm:cxn modelId="{D1997E45-EBD8-45F1-993D-CE4DBC6D7CDA}" type="presOf" srcId="{70F12AC5-01C4-46F9-A452-F9672289AC63}" destId="{705266FD-739B-4169-AD79-2701AC882555}" srcOrd="0" destOrd="0" presId="urn:microsoft.com/office/officeart/2018/2/layout/IconVerticalSolidList"/>
    <dgm:cxn modelId="{E077C54E-34E0-4589-8EAB-9AD16C3078B5}" type="presOf" srcId="{F7E68C48-5D50-4F96-A24F-CA96A91A6595}" destId="{1DBA17CF-65B8-4B6A-A46A-4056CDC99E74}" srcOrd="0" destOrd="0" presId="urn:microsoft.com/office/officeart/2018/2/layout/IconVerticalSolidList"/>
    <dgm:cxn modelId="{193F346D-38D1-43B2-A1FB-B9CE981F1E0B}" srcId="{C4C094A6-4090-4C71-BE85-036C52F421C7}" destId="{9621C965-A499-4532-AE57-0E2DA613A5CA}" srcOrd="3" destOrd="0" parTransId="{FB9E3624-F911-470C-821B-32A6464E8A5C}" sibTransId="{961946CB-5A4C-4B2F-B597-9ACC056F2655}"/>
    <dgm:cxn modelId="{F8C41285-990C-437C-A1FD-A27805127A6F}" type="presOf" srcId="{C4C094A6-4090-4C71-BE85-036C52F421C7}" destId="{C16C5567-1377-4860-913E-E40B3A77B9C6}" srcOrd="0" destOrd="0" presId="urn:microsoft.com/office/officeart/2018/2/layout/IconVerticalSolidList"/>
    <dgm:cxn modelId="{93F5CAAA-19E8-4FEA-BC18-79D2C266EC03}" type="presOf" srcId="{9621C965-A499-4532-AE57-0E2DA613A5CA}" destId="{871FE597-7018-4D34-A7D5-1A3888584886}" srcOrd="0" destOrd="0" presId="urn:microsoft.com/office/officeart/2018/2/layout/IconVerticalSolidList"/>
    <dgm:cxn modelId="{150397D3-D9D7-47CA-B7D6-3D2DA5ED9D49}" type="presOf" srcId="{DBB0D566-2E43-4C5C-944E-9773420D40DC}" destId="{124A65CF-49B9-4196-9EDB-FAD01B89AD4B}" srcOrd="0" destOrd="0" presId="urn:microsoft.com/office/officeart/2018/2/layout/IconVerticalSolidList"/>
    <dgm:cxn modelId="{0732C8F6-6104-4763-8356-62A5BF0F922C}" srcId="{C4C094A6-4090-4C71-BE85-036C52F421C7}" destId="{DBB0D566-2E43-4C5C-944E-9773420D40DC}" srcOrd="2" destOrd="0" parTransId="{149DE2D8-16B0-4DD3-A440-B3C65004EAAC}" sibTransId="{D1DE0CA7-6194-4B57-8823-903F949555EB}"/>
    <dgm:cxn modelId="{8A983A7C-DACD-46F8-AC7C-9D318C3CC9AF}" type="presParOf" srcId="{C16C5567-1377-4860-913E-E40B3A77B9C6}" destId="{1FCC5F78-3722-4484-A767-AA5BDDD4617B}" srcOrd="0" destOrd="0" presId="urn:microsoft.com/office/officeart/2018/2/layout/IconVerticalSolidList"/>
    <dgm:cxn modelId="{6D7053EE-8AF8-4573-8F27-0CF9EB3C11CA}" type="presParOf" srcId="{1FCC5F78-3722-4484-A767-AA5BDDD4617B}" destId="{EF5F5A0F-0FB3-4F9B-88BE-35BA250D55D8}" srcOrd="0" destOrd="0" presId="urn:microsoft.com/office/officeart/2018/2/layout/IconVerticalSolidList"/>
    <dgm:cxn modelId="{1F99E84E-D5A9-4673-A31D-77565C3A0316}" type="presParOf" srcId="{1FCC5F78-3722-4484-A767-AA5BDDD4617B}" destId="{2FEF6AD5-FF6F-495F-BFA8-EA5AF5B00E80}" srcOrd="1" destOrd="0" presId="urn:microsoft.com/office/officeart/2018/2/layout/IconVerticalSolidList"/>
    <dgm:cxn modelId="{24239C4B-203C-4873-82BB-3CD2092D7322}" type="presParOf" srcId="{1FCC5F78-3722-4484-A767-AA5BDDD4617B}" destId="{6573C85E-875A-4998-B09A-18236CA3C3C9}" srcOrd="2" destOrd="0" presId="urn:microsoft.com/office/officeart/2018/2/layout/IconVerticalSolidList"/>
    <dgm:cxn modelId="{A91DE5A1-F655-4536-A3B8-DFC1D1A21F4B}" type="presParOf" srcId="{1FCC5F78-3722-4484-A767-AA5BDDD4617B}" destId="{1DBA17CF-65B8-4B6A-A46A-4056CDC99E74}" srcOrd="3" destOrd="0" presId="urn:microsoft.com/office/officeart/2018/2/layout/IconVerticalSolidList"/>
    <dgm:cxn modelId="{410363F4-3670-4107-B71F-79D471C55489}" type="presParOf" srcId="{C16C5567-1377-4860-913E-E40B3A77B9C6}" destId="{0283A0B4-C15E-4288-95EA-E382D08401E0}" srcOrd="1" destOrd="0" presId="urn:microsoft.com/office/officeart/2018/2/layout/IconVerticalSolidList"/>
    <dgm:cxn modelId="{5C4EC759-D42E-46DB-82B0-CC254F7C846E}" type="presParOf" srcId="{C16C5567-1377-4860-913E-E40B3A77B9C6}" destId="{E791C8EF-014B-42A0-A95A-5243230ABF73}" srcOrd="2" destOrd="0" presId="urn:microsoft.com/office/officeart/2018/2/layout/IconVerticalSolidList"/>
    <dgm:cxn modelId="{B3194EAF-2113-4A3D-B8CE-FA397B030F9C}" type="presParOf" srcId="{E791C8EF-014B-42A0-A95A-5243230ABF73}" destId="{3B583163-595D-44AC-9A23-722188BF435F}" srcOrd="0" destOrd="0" presId="urn:microsoft.com/office/officeart/2018/2/layout/IconVerticalSolidList"/>
    <dgm:cxn modelId="{4FD0E8E5-6ED1-4750-A59C-078D874E5EB1}" type="presParOf" srcId="{E791C8EF-014B-42A0-A95A-5243230ABF73}" destId="{5C5F60C6-2B70-4DDC-B2FD-059CBA1C69F6}" srcOrd="1" destOrd="0" presId="urn:microsoft.com/office/officeart/2018/2/layout/IconVerticalSolidList"/>
    <dgm:cxn modelId="{86BD5886-1A9E-4795-8ACA-CAFA369E2AF7}" type="presParOf" srcId="{E791C8EF-014B-42A0-A95A-5243230ABF73}" destId="{9DAA37B9-DFF6-41CA-BD3F-A841E01BD5CD}" srcOrd="2" destOrd="0" presId="urn:microsoft.com/office/officeart/2018/2/layout/IconVerticalSolidList"/>
    <dgm:cxn modelId="{A361D1D3-6851-4C1C-97F5-82DE4DA9831C}" type="presParOf" srcId="{E791C8EF-014B-42A0-A95A-5243230ABF73}" destId="{705266FD-739B-4169-AD79-2701AC882555}" srcOrd="3" destOrd="0" presId="urn:microsoft.com/office/officeart/2018/2/layout/IconVerticalSolidList"/>
    <dgm:cxn modelId="{0B2C7DC8-409D-486C-9463-7EDEDEA3F867}" type="presParOf" srcId="{C16C5567-1377-4860-913E-E40B3A77B9C6}" destId="{4123EB2E-E6BB-465F-B68B-A1596C736618}" srcOrd="3" destOrd="0" presId="urn:microsoft.com/office/officeart/2018/2/layout/IconVerticalSolidList"/>
    <dgm:cxn modelId="{798F8218-BEE0-44D9-9674-1AC6BDE8036A}" type="presParOf" srcId="{C16C5567-1377-4860-913E-E40B3A77B9C6}" destId="{FB66A28C-60CE-4D4B-84BB-5676A94F1102}" srcOrd="4" destOrd="0" presId="urn:microsoft.com/office/officeart/2018/2/layout/IconVerticalSolidList"/>
    <dgm:cxn modelId="{9E490EDC-91E4-40F8-B4A5-2A70E5C38D52}" type="presParOf" srcId="{FB66A28C-60CE-4D4B-84BB-5676A94F1102}" destId="{F3998392-3154-41B8-B7B9-8D297D3373AC}" srcOrd="0" destOrd="0" presId="urn:microsoft.com/office/officeart/2018/2/layout/IconVerticalSolidList"/>
    <dgm:cxn modelId="{531812C0-E963-49FD-AA3C-061EC46B7275}" type="presParOf" srcId="{FB66A28C-60CE-4D4B-84BB-5676A94F1102}" destId="{0F4922E5-1519-44DA-A527-AE79B2477099}" srcOrd="1" destOrd="0" presId="urn:microsoft.com/office/officeart/2018/2/layout/IconVerticalSolidList"/>
    <dgm:cxn modelId="{C34834E2-DDDA-4DB2-9F34-1F142D8A860A}" type="presParOf" srcId="{FB66A28C-60CE-4D4B-84BB-5676A94F1102}" destId="{81AE0DB7-7A0F-4EEB-A03B-EE83088D9389}" srcOrd="2" destOrd="0" presId="urn:microsoft.com/office/officeart/2018/2/layout/IconVerticalSolidList"/>
    <dgm:cxn modelId="{3046C627-31BB-4BD8-9D81-9D798CD8B78A}" type="presParOf" srcId="{FB66A28C-60CE-4D4B-84BB-5676A94F1102}" destId="{124A65CF-49B9-4196-9EDB-FAD01B89AD4B}" srcOrd="3" destOrd="0" presId="urn:microsoft.com/office/officeart/2018/2/layout/IconVerticalSolidList"/>
    <dgm:cxn modelId="{F6094641-F37D-4FD3-BF14-FD49CF1434A6}" type="presParOf" srcId="{C16C5567-1377-4860-913E-E40B3A77B9C6}" destId="{93D1CDCD-489E-45BC-940A-9D48A90B972C}" srcOrd="5" destOrd="0" presId="urn:microsoft.com/office/officeart/2018/2/layout/IconVerticalSolidList"/>
    <dgm:cxn modelId="{7D02AB22-8F81-4EAE-9C84-1086B6C2E630}" type="presParOf" srcId="{C16C5567-1377-4860-913E-E40B3A77B9C6}" destId="{85E3BE26-57EE-4989-985F-216673FFAE11}" srcOrd="6" destOrd="0" presId="urn:microsoft.com/office/officeart/2018/2/layout/IconVerticalSolidList"/>
    <dgm:cxn modelId="{45DF58A4-4D5A-4169-AE27-6E7493540B95}" type="presParOf" srcId="{85E3BE26-57EE-4989-985F-216673FFAE11}" destId="{2A53C4BE-B079-4598-B3D1-B0EDF30A6F70}" srcOrd="0" destOrd="0" presId="urn:microsoft.com/office/officeart/2018/2/layout/IconVerticalSolidList"/>
    <dgm:cxn modelId="{2A905308-C2A4-4BDA-B4DF-A7466DD1866A}" type="presParOf" srcId="{85E3BE26-57EE-4989-985F-216673FFAE11}" destId="{8EFC29C1-8F85-4121-92B9-79F20DB4AF0A}" srcOrd="1" destOrd="0" presId="urn:microsoft.com/office/officeart/2018/2/layout/IconVerticalSolidList"/>
    <dgm:cxn modelId="{54BDAC61-1183-46CC-979B-C5352ECADA1B}" type="presParOf" srcId="{85E3BE26-57EE-4989-985F-216673FFAE11}" destId="{E043580E-80B4-41D5-A9DB-23906D34AAAF}" srcOrd="2" destOrd="0" presId="urn:microsoft.com/office/officeart/2018/2/layout/IconVerticalSolidList"/>
    <dgm:cxn modelId="{9C72A976-AE8B-4B37-8698-67D035145903}" type="presParOf" srcId="{85E3BE26-57EE-4989-985F-216673FFAE11}" destId="{871FE597-7018-4D34-A7D5-1A38885848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1606F2-DA2A-424C-8C8B-20520C4CA3C6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CB8928-CD98-4B8F-93D7-4E5165EDC376}">
      <dgm:prSet/>
      <dgm:spPr/>
      <dgm:t>
        <a:bodyPr/>
        <a:lstStyle/>
        <a:p>
          <a:r>
            <a:rPr lang="en-US"/>
            <a:t>Implemented secure login using hashed passwords.</a:t>
          </a:r>
        </a:p>
      </dgm:t>
    </dgm:pt>
    <dgm:pt modelId="{9264DF39-8911-4A25-BEA6-F936DBFC727D}" type="parTrans" cxnId="{12E4E2C7-8CAD-4585-80D7-021E0EF1D40A}">
      <dgm:prSet/>
      <dgm:spPr/>
      <dgm:t>
        <a:bodyPr/>
        <a:lstStyle/>
        <a:p>
          <a:endParaRPr lang="en-US"/>
        </a:p>
      </dgm:t>
    </dgm:pt>
    <dgm:pt modelId="{C4F95FC0-EA87-4676-A8FC-862E6DB26436}" type="sibTrans" cxnId="{12E4E2C7-8CAD-4585-80D7-021E0EF1D40A}">
      <dgm:prSet/>
      <dgm:spPr/>
      <dgm:t>
        <a:bodyPr/>
        <a:lstStyle/>
        <a:p>
          <a:endParaRPr lang="en-US"/>
        </a:p>
      </dgm:t>
    </dgm:pt>
    <dgm:pt modelId="{2C503E06-8E83-4642-9E55-010B9BB4FF34}">
      <dgm:prSet/>
      <dgm:spPr/>
      <dgm:t>
        <a:bodyPr/>
        <a:lstStyle/>
        <a:p>
          <a:r>
            <a:rPr lang="en-US"/>
            <a:t>Login_History records successful and failed attempts.</a:t>
          </a:r>
        </a:p>
      </dgm:t>
    </dgm:pt>
    <dgm:pt modelId="{D764EF1E-5634-46C8-8A6D-B8074FE5B78A}" type="parTrans" cxnId="{2FCFBA45-C3A1-4D2C-873E-71434720C057}">
      <dgm:prSet/>
      <dgm:spPr/>
      <dgm:t>
        <a:bodyPr/>
        <a:lstStyle/>
        <a:p>
          <a:endParaRPr lang="en-US"/>
        </a:p>
      </dgm:t>
    </dgm:pt>
    <dgm:pt modelId="{BD6A453D-B6CC-474A-B735-705314038C44}" type="sibTrans" cxnId="{2FCFBA45-C3A1-4D2C-873E-71434720C057}">
      <dgm:prSet/>
      <dgm:spPr/>
      <dgm:t>
        <a:bodyPr/>
        <a:lstStyle/>
        <a:p>
          <a:endParaRPr lang="en-US"/>
        </a:p>
      </dgm:t>
    </dgm:pt>
    <dgm:pt modelId="{84338EA9-CA2B-4825-B89C-1226853E026B}">
      <dgm:prSet/>
      <dgm:spPr/>
      <dgm:t>
        <a:bodyPr/>
        <a:lstStyle/>
        <a:p>
          <a:r>
            <a:rPr lang="en-US"/>
            <a:t>API validates user identity before allowing access.</a:t>
          </a:r>
        </a:p>
      </dgm:t>
    </dgm:pt>
    <dgm:pt modelId="{C3F0696B-E95F-4E7B-A857-8D2559E5B7C3}" type="parTrans" cxnId="{17AA7E35-D441-4069-A51B-47F12613F13A}">
      <dgm:prSet/>
      <dgm:spPr/>
      <dgm:t>
        <a:bodyPr/>
        <a:lstStyle/>
        <a:p>
          <a:endParaRPr lang="en-US"/>
        </a:p>
      </dgm:t>
    </dgm:pt>
    <dgm:pt modelId="{A1EF39B0-70EE-490B-8685-BD26583FF08C}" type="sibTrans" cxnId="{17AA7E35-D441-4069-A51B-47F12613F13A}">
      <dgm:prSet/>
      <dgm:spPr/>
      <dgm:t>
        <a:bodyPr/>
        <a:lstStyle/>
        <a:p>
          <a:endParaRPr lang="en-US"/>
        </a:p>
      </dgm:t>
    </dgm:pt>
    <dgm:pt modelId="{917649F3-1F9B-47AD-96D0-D9C963C52513}">
      <dgm:prSet/>
      <dgm:spPr/>
      <dgm:t>
        <a:bodyPr/>
        <a:lstStyle/>
        <a:p>
          <a:r>
            <a:rPr lang="en-US"/>
            <a:t>Supports system monitoring and detecting unusual activity.</a:t>
          </a:r>
        </a:p>
      </dgm:t>
    </dgm:pt>
    <dgm:pt modelId="{67322D6F-074D-40E2-A037-5C4361A9F367}" type="parTrans" cxnId="{9C14FEEA-6F74-4D28-90FA-8AAA7B01F73E}">
      <dgm:prSet/>
      <dgm:spPr/>
      <dgm:t>
        <a:bodyPr/>
        <a:lstStyle/>
        <a:p>
          <a:endParaRPr lang="en-US"/>
        </a:p>
      </dgm:t>
    </dgm:pt>
    <dgm:pt modelId="{56A72FF3-2B7C-421C-8E18-218EA9D6C793}" type="sibTrans" cxnId="{9C14FEEA-6F74-4D28-90FA-8AAA7B01F73E}">
      <dgm:prSet/>
      <dgm:spPr/>
      <dgm:t>
        <a:bodyPr/>
        <a:lstStyle/>
        <a:p>
          <a:endParaRPr lang="en-US"/>
        </a:p>
      </dgm:t>
    </dgm:pt>
    <dgm:pt modelId="{35FDCD79-0B7F-4E8B-B1CE-238868EF2D47}" type="pres">
      <dgm:prSet presAssocID="{A81606F2-DA2A-424C-8C8B-20520C4CA3C6}" presName="matrix" presStyleCnt="0">
        <dgm:presLayoutVars>
          <dgm:chMax val="1"/>
          <dgm:dir/>
          <dgm:resizeHandles val="exact"/>
        </dgm:presLayoutVars>
      </dgm:prSet>
      <dgm:spPr/>
    </dgm:pt>
    <dgm:pt modelId="{F518F6D3-59C2-406F-9F38-2F311AF4A3F8}" type="pres">
      <dgm:prSet presAssocID="{A81606F2-DA2A-424C-8C8B-20520C4CA3C6}" presName="diamond" presStyleLbl="bgShp" presStyleIdx="0" presStyleCnt="1"/>
      <dgm:spPr/>
    </dgm:pt>
    <dgm:pt modelId="{72090F7C-E61E-4E6F-91FA-EA5EFC1A672C}" type="pres">
      <dgm:prSet presAssocID="{A81606F2-DA2A-424C-8C8B-20520C4CA3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5715591-A41B-439E-A804-1E6133A3BD3C}" type="pres">
      <dgm:prSet presAssocID="{A81606F2-DA2A-424C-8C8B-20520C4CA3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6217A52-7BFB-40CE-9AD4-75684F5D0D02}" type="pres">
      <dgm:prSet presAssocID="{A81606F2-DA2A-424C-8C8B-20520C4CA3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524E449-8D33-4B87-8F4E-35D4279381FC}" type="pres">
      <dgm:prSet presAssocID="{A81606F2-DA2A-424C-8C8B-20520C4CA3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0B8890E-33BE-444C-8F58-72BD11072ECE}" type="presOf" srcId="{2C503E06-8E83-4642-9E55-010B9BB4FF34}" destId="{35715591-A41B-439E-A804-1E6133A3BD3C}" srcOrd="0" destOrd="0" presId="urn:microsoft.com/office/officeart/2005/8/layout/matrix3"/>
    <dgm:cxn modelId="{17AA7E35-D441-4069-A51B-47F12613F13A}" srcId="{A81606F2-DA2A-424C-8C8B-20520C4CA3C6}" destId="{84338EA9-CA2B-4825-B89C-1226853E026B}" srcOrd="2" destOrd="0" parTransId="{C3F0696B-E95F-4E7B-A857-8D2559E5B7C3}" sibTransId="{A1EF39B0-70EE-490B-8685-BD26583FF08C}"/>
    <dgm:cxn modelId="{2FCFBA45-C3A1-4D2C-873E-71434720C057}" srcId="{A81606F2-DA2A-424C-8C8B-20520C4CA3C6}" destId="{2C503E06-8E83-4642-9E55-010B9BB4FF34}" srcOrd="1" destOrd="0" parTransId="{D764EF1E-5634-46C8-8A6D-B8074FE5B78A}" sibTransId="{BD6A453D-B6CC-474A-B735-705314038C44}"/>
    <dgm:cxn modelId="{24C22454-94FD-4801-9914-D89C51A2D9F7}" type="presOf" srcId="{917649F3-1F9B-47AD-96D0-D9C963C52513}" destId="{D524E449-8D33-4B87-8F4E-35D4279381FC}" srcOrd="0" destOrd="0" presId="urn:microsoft.com/office/officeart/2005/8/layout/matrix3"/>
    <dgm:cxn modelId="{C0414B63-377F-4159-93EE-E10CB160E9BA}" type="presOf" srcId="{A81606F2-DA2A-424C-8C8B-20520C4CA3C6}" destId="{35FDCD79-0B7F-4E8B-B1CE-238868EF2D47}" srcOrd="0" destOrd="0" presId="urn:microsoft.com/office/officeart/2005/8/layout/matrix3"/>
    <dgm:cxn modelId="{12E4E2C7-8CAD-4585-80D7-021E0EF1D40A}" srcId="{A81606F2-DA2A-424C-8C8B-20520C4CA3C6}" destId="{69CB8928-CD98-4B8F-93D7-4E5165EDC376}" srcOrd="0" destOrd="0" parTransId="{9264DF39-8911-4A25-BEA6-F936DBFC727D}" sibTransId="{C4F95FC0-EA87-4676-A8FC-862E6DB26436}"/>
    <dgm:cxn modelId="{D71E38CE-F9EB-4973-8F32-34EE165539DE}" type="presOf" srcId="{69CB8928-CD98-4B8F-93D7-4E5165EDC376}" destId="{72090F7C-E61E-4E6F-91FA-EA5EFC1A672C}" srcOrd="0" destOrd="0" presId="urn:microsoft.com/office/officeart/2005/8/layout/matrix3"/>
    <dgm:cxn modelId="{9C14FEEA-6F74-4D28-90FA-8AAA7B01F73E}" srcId="{A81606F2-DA2A-424C-8C8B-20520C4CA3C6}" destId="{917649F3-1F9B-47AD-96D0-D9C963C52513}" srcOrd="3" destOrd="0" parTransId="{67322D6F-074D-40E2-A037-5C4361A9F367}" sibTransId="{56A72FF3-2B7C-421C-8E18-218EA9D6C793}"/>
    <dgm:cxn modelId="{BC2208FC-1254-4310-B786-1DBD358AAE1E}" type="presOf" srcId="{84338EA9-CA2B-4825-B89C-1226853E026B}" destId="{C6217A52-7BFB-40CE-9AD4-75684F5D0D02}" srcOrd="0" destOrd="0" presId="urn:microsoft.com/office/officeart/2005/8/layout/matrix3"/>
    <dgm:cxn modelId="{F5654E8C-959E-43E4-8C97-9FD8ADF875A0}" type="presParOf" srcId="{35FDCD79-0B7F-4E8B-B1CE-238868EF2D47}" destId="{F518F6D3-59C2-406F-9F38-2F311AF4A3F8}" srcOrd="0" destOrd="0" presId="urn:microsoft.com/office/officeart/2005/8/layout/matrix3"/>
    <dgm:cxn modelId="{448EEF92-C53D-48DE-8B9B-46ECBE9340FA}" type="presParOf" srcId="{35FDCD79-0B7F-4E8B-B1CE-238868EF2D47}" destId="{72090F7C-E61E-4E6F-91FA-EA5EFC1A672C}" srcOrd="1" destOrd="0" presId="urn:microsoft.com/office/officeart/2005/8/layout/matrix3"/>
    <dgm:cxn modelId="{919885A1-A4B6-4C87-8AE5-ECE19F3604FE}" type="presParOf" srcId="{35FDCD79-0B7F-4E8B-B1CE-238868EF2D47}" destId="{35715591-A41B-439E-A804-1E6133A3BD3C}" srcOrd="2" destOrd="0" presId="urn:microsoft.com/office/officeart/2005/8/layout/matrix3"/>
    <dgm:cxn modelId="{5C9AD9FA-7183-4418-A094-A2D7AAAEBC90}" type="presParOf" srcId="{35FDCD79-0B7F-4E8B-B1CE-238868EF2D47}" destId="{C6217A52-7BFB-40CE-9AD4-75684F5D0D02}" srcOrd="3" destOrd="0" presId="urn:microsoft.com/office/officeart/2005/8/layout/matrix3"/>
    <dgm:cxn modelId="{DDCF7EFC-A1AF-4AE4-AC23-E343F60F2EB5}" type="presParOf" srcId="{35FDCD79-0B7F-4E8B-B1CE-238868EF2D47}" destId="{D524E449-8D33-4B87-8F4E-35D4279381F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A0011C-B3C7-49EB-A42B-8300DDBD4697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BEF4A8-C78E-4087-8B29-46E41AF2396F}">
      <dgm:prSet/>
      <dgm:spPr/>
      <dgm:t>
        <a:bodyPr/>
        <a:lstStyle/>
        <a:p>
          <a:r>
            <a:rPr lang="en-US" b="1" dirty="0"/>
            <a:t>Views added to simplify access:</a:t>
          </a:r>
          <a:endParaRPr lang="en-US" dirty="0"/>
        </a:p>
      </dgm:t>
    </dgm:pt>
    <dgm:pt modelId="{A7D5CED4-E394-4449-AEBE-8692DDAC8EDC}" type="parTrans" cxnId="{8FE1EBC8-0E64-43E2-8013-8CC960993AF6}">
      <dgm:prSet/>
      <dgm:spPr/>
      <dgm:t>
        <a:bodyPr/>
        <a:lstStyle/>
        <a:p>
          <a:endParaRPr lang="en-US"/>
        </a:p>
      </dgm:t>
    </dgm:pt>
    <dgm:pt modelId="{4312EA15-7B9F-45F9-9327-F181C3BC0A33}" type="sibTrans" cxnId="{8FE1EBC8-0E64-43E2-8013-8CC960993AF6}">
      <dgm:prSet/>
      <dgm:spPr/>
      <dgm:t>
        <a:bodyPr/>
        <a:lstStyle/>
        <a:p>
          <a:endParaRPr lang="en-US"/>
        </a:p>
      </dgm:t>
    </dgm:pt>
    <dgm:pt modelId="{35C57B1E-69C8-47AC-AFE5-DD986DE28B60}">
      <dgm:prSet/>
      <dgm:spPr/>
      <dgm:t>
        <a:bodyPr/>
        <a:lstStyle/>
        <a:p>
          <a:r>
            <a:rPr lang="en-US" b="1" dirty="0" err="1"/>
            <a:t>vw_user_permissions</a:t>
          </a:r>
          <a:r>
            <a:rPr lang="en-US" dirty="0"/>
            <a:t> — returns assigned roles + permissions per user</a:t>
          </a:r>
        </a:p>
      </dgm:t>
    </dgm:pt>
    <dgm:pt modelId="{7A878E50-4818-4E43-A7A4-FFD98259B617}" type="parTrans" cxnId="{F53C1989-61AF-42FE-BBCE-F11347FD6449}">
      <dgm:prSet/>
      <dgm:spPr/>
      <dgm:t>
        <a:bodyPr/>
        <a:lstStyle/>
        <a:p>
          <a:endParaRPr lang="en-US"/>
        </a:p>
      </dgm:t>
    </dgm:pt>
    <dgm:pt modelId="{6FFD4A52-EB81-47FD-B9CD-81E7DB7F7060}" type="sibTrans" cxnId="{F53C1989-61AF-42FE-BBCE-F11347FD6449}">
      <dgm:prSet/>
      <dgm:spPr/>
      <dgm:t>
        <a:bodyPr/>
        <a:lstStyle/>
        <a:p>
          <a:endParaRPr lang="en-US"/>
        </a:p>
      </dgm:t>
    </dgm:pt>
    <dgm:pt modelId="{EAB19B7C-ED04-4413-B583-D15C356DD52F}">
      <dgm:prSet/>
      <dgm:spPr/>
      <dgm:t>
        <a:bodyPr/>
        <a:lstStyle/>
        <a:p>
          <a:r>
            <a:rPr lang="en-US" b="1" dirty="0" err="1"/>
            <a:t>vw_doctorAppointments</a:t>
          </a:r>
          <a:r>
            <a:rPr lang="en-US" dirty="0"/>
            <a:t> — summarized appointment lists</a:t>
          </a:r>
        </a:p>
      </dgm:t>
    </dgm:pt>
    <dgm:pt modelId="{3BF13517-99F1-401B-8063-1D88C651712D}" type="parTrans" cxnId="{587E89CD-02E7-45EF-872C-6EF8796D8304}">
      <dgm:prSet/>
      <dgm:spPr/>
      <dgm:t>
        <a:bodyPr/>
        <a:lstStyle/>
        <a:p>
          <a:endParaRPr lang="en-US"/>
        </a:p>
      </dgm:t>
    </dgm:pt>
    <dgm:pt modelId="{9C2804D5-78A3-4851-803D-9FDFB763DC16}" type="sibTrans" cxnId="{587E89CD-02E7-45EF-872C-6EF8796D8304}">
      <dgm:prSet/>
      <dgm:spPr/>
      <dgm:t>
        <a:bodyPr/>
        <a:lstStyle/>
        <a:p>
          <a:endParaRPr lang="en-US"/>
        </a:p>
      </dgm:t>
    </dgm:pt>
    <dgm:pt modelId="{DBF18E52-ACDE-4840-A413-83D5EFF317D8}">
      <dgm:prSet/>
      <dgm:spPr/>
      <dgm:t>
        <a:bodyPr/>
        <a:lstStyle/>
        <a:p>
          <a:r>
            <a:rPr lang="en-US" b="1" dirty="0" err="1"/>
            <a:t>vw_patientSummary</a:t>
          </a:r>
          <a:r>
            <a:rPr lang="en-US" dirty="0"/>
            <a:t> — safe patient details without sensitive info</a:t>
          </a:r>
        </a:p>
      </dgm:t>
    </dgm:pt>
    <dgm:pt modelId="{30C9D0F6-1C0D-42DB-A277-3B28F70C1F8D}" type="parTrans" cxnId="{2A300790-FC1C-420B-8ED9-755DB4273A31}">
      <dgm:prSet/>
      <dgm:spPr/>
      <dgm:t>
        <a:bodyPr/>
        <a:lstStyle/>
        <a:p>
          <a:endParaRPr lang="en-US"/>
        </a:p>
      </dgm:t>
    </dgm:pt>
    <dgm:pt modelId="{010CFA90-4D07-4605-B8B9-CE250263A1FD}" type="sibTrans" cxnId="{2A300790-FC1C-420B-8ED9-755DB4273A31}">
      <dgm:prSet/>
      <dgm:spPr/>
      <dgm:t>
        <a:bodyPr/>
        <a:lstStyle/>
        <a:p>
          <a:endParaRPr lang="en-US"/>
        </a:p>
      </dgm:t>
    </dgm:pt>
    <dgm:pt modelId="{CE70BB12-AFA7-44E7-8D72-DA82C4E8E6E2}">
      <dgm:prSet/>
      <dgm:spPr/>
      <dgm:t>
        <a:bodyPr/>
        <a:lstStyle/>
        <a:p>
          <a:r>
            <a:rPr lang="en-US" b="1" dirty="0"/>
            <a:t>Benefits:</a:t>
          </a:r>
          <a:endParaRPr lang="en-US" dirty="0"/>
        </a:p>
      </dgm:t>
    </dgm:pt>
    <dgm:pt modelId="{6EBBB5B1-6970-4AC5-9EA2-46C3B683A522}" type="parTrans" cxnId="{B63C1345-16FD-4A50-BE1A-1C5238416BFF}">
      <dgm:prSet/>
      <dgm:spPr/>
      <dgm:t>
        <a:bodyPr/>
        <a:lstStyle/>
        <a:p>
          <a:endParaRPr lang="en-US"/>
        </a:p>
      </dgm:t>
    </dgm:pt>
    <dgm:pt modelId="{975143BC-B32F-4DB3-A72B-E2CB980C9004}" type="sibTrans" cxnId="{B63C1345-16FD-4A50-BE1A-1C5238416BFF}">
      <dgm:prSet/>
      <dgm:spPr/>
      <dgm:t>
        <a:bodyPr/>
        <a:lstStyle/>
        <a:p>
          <a:endParaRPr lang="en-US"/>
        </a:p>
      </dgm:t>
    </dgm:pt>
    <dgm:pt modelId="{2D9D1AB7-A528-4BAF-8247-A53A1D291899}">
      <dgm:prSet/>
      <dgm:spPr/>
      <dgm:t>
        <a:bodyPr/>
        <a:lstStyle/>
        <a:p>
          <a:r>
            <a:rPr lang="en-US" dirty="0"/>
            <a:t>Improves query readability</a:t>
          </a:r>
        </a:p>
      </dgm:t>
    </dgm:pt>
    <dgm:pt modelId="{ABC23A0F-D4E3-4408-82E2-3FDAE975A325}" type="parTrans" cxnId="{28EA6105-31B5-4346-A296-2C0BDF9F8B78}">
      <dgm:prSet/>
      <dgm:spPr/>
      <dgm:t>
        <a:bodyPr/>
        <a:lstStyle/>
        <a:p>
          <a:endParaRPr lang="en-US"/>
        </a:p>
      </dgm:t>
    </dgm:pt>
    <dgm:pt modelId="{69B4A45B-4480-42C7-8692-50E7D97B9DFE}" type="sibTrans" cxnId="{28EA6105-31B5-4346-A296-2C0BDF9F8B78}">
      <dgm:prSet/>
      <dgm:spPr/>
      <dgm:t>
        <a:bodyPr/>
        <a:lstStyle/>
        <a:p>
          <a:endParaRPr lang="en-US"/>
        </a:p>
      </dgm:t>
    </dgm:pt>
    <dgm:pt modelId="{115C1F24-40B5-48E4-845E-90578E44656B}">
      <dgm:prSet/>
      <dgm:spPr/>
      <dgm:t>
        <a:bodyPr/>
        <a:lstStyle/>
        <a:p>
          <a:r>
            <a:rPr lang="en-US" dirty="0"/>
            <a:t>Supports security by limiting column exposure</a:t>
          </a:r>
        </a:p>
      </dgm:t>
    </dgm:pt>
    <dgm:pt modelId="{092034AD-CDAD-4FA7-BFCC-B861EAA0258D}" type="parTrans" cxnId="{3523A8AD-6A7F-4D97-87F0-2634EB736068}">
      <dgm:prSet/>
      <dgm:spPr/>
      <dgm:t>
        <a:bodyPr/>
        <a:lstStyle/>
        <a:p>
          <a:endParaRPr lang="en-US"/>
        </a:p>
      </dgm:t>
    </dgm:pt>
    <dgm:pt modelId="{4D912508-E565-4B42-9AD9-DC174AB370EA}" type="sibTrans" cxnId="{3523A8AD-6A7F-4D97-87F0-2634EB736068}">
      <dgm:prSet/>
      <dgm:spPr/>
      <dgm:t>
        <a:bodyPr/>
        <a:lstStyle/>
        <a:p>
          <a:endParaRPr lang="en-US"/>
        </a:p>
      </dgm:t>
    </dgm:pt>
    <dgm:pt modelId="{8630C9BF-6999-4D9E-BD8F-01BCE43D4674}" type="pres">
      <dgm:prSet presAssocID="{4FA0011C-B3C7-49EB-A42B-8300DDBD4697}" presName="Name0" presStyleCnt="0">
        <dgm:presLayoutVars>
          <dgm:dir/>
          <dgm:animLvl val="lvl"/>
          <dgm:resizeHandles val="exact"/>
        </dgm:presLayoutVars>
      </dgm:prSet>
      <dgm:spPr/>
    </dgm:pt>
    <dgm:pt modelId="{06C4E463-5399-4A2D-8958-07978B0179CC}" type="pres">
      <dgm:prSet presAssocID="{C4BEF4A8-C78E-4087-8B29-46E41AF2396F}" presName="composite" presStyleCnt="0"/>
      <dgm:spPr/>
    </dgm:pt>
    <dgm:pt modelId="{34A46FC2-E71A-4A9E-B9E9-3C3181A18DA8}" type="pres">
      <dgm:prSet presAssocID="{C4BEF4A8-C78E-4087-8B29-46E41AF2396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2CFCCAC-F4A0-4F68-ADB1-B174E3BB9745}" type="pres">
      <dgm:prSet presAssocID="{C4BEF4A8-C78E-4087-8B29-46E41AF2396F}" presName="desTx" presStyleLbl="alignAccFollowNode1" presStyleIdx="0" presStyleCnt="2">
        <dgm:presLayoutVars>
          <dgm:bulletEnabled val="1"/>
        </dgm:presLayoutVars>
      </dgm:prSet>
      <dgm:spPr/>
    </dgm:pt>
    <dgm:pt modelId="{508BD274-D205-44FB-9C60-0F48FB5BC989}" type="pres">
      <dgm:prSet presAssocID="{4312EA15-7B9F-45F9-9327-F181C3BC0A33}" presName="space" presStyleCnt="0"/>
      <dgm:spPr/>
    </dgm:pt>
    <dgm:pt modelId="{C139FAD0-FE99-4E6A-8E63-39F33BBDC3D9}" type="pres">
      <dgm:prSet presAssocID="{CE70BB12-AFA7-44E7-8D72-DA82C4E8E6E2}" presName="composite" presStyleCnt="0"/>
      <dgm:spPr/>
    </dgm:pt>
    <dgm:pt modelId="{C9331674-74F2-4419-9617-CC8D91AA8251}" type="pres">
      <dgm:prSet presAssocID="{CE70BB12-AFA7-44E7-8D72-DA82C4E8E6E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45345B2-58BE-41E6-AC6D-49E25D3BA488}" type="pres">
      <dgm:prSet presAssocID="{CE70BB12-AFA7-44E7-8D72-DA82C4E8E6E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8EA6105-31B5-4346-A296-2C0BDF9F8B78}" srcId="{CE70BB12-AFA7-44E7-8D72-DA82C4E8E6E2}" destId="{2D9D1AB7-A528-4BAF-8247-A53A1D291899}" srcOrd="0" destOrd="0" parTransId="{ABC23A0F-D4E3-4408-82E2-3FDAE975A325}" sibTransId="{69B4A45B-4480-42C7-8692-50E7D97B9DFE}"/>
    <dgm:cxn modelId="{C0504D12-758C-4067-B5A4-64EF908E39B3}" type="presOf" srcId="{EAB19B7C-ED04-4413-B583-D15C356DD52F}" destId="{12CFCCAC-F4A0-4F68-ADB1-B174E3BB9745}" srcOrd="0" destOrd="1" presId="urn:microsoft.com/office/officeart/2005/8/layout/hList1"/>
    <dgm:cxn modelId="{0D271140-5BD3-492F-B875-4756DCE1CB41}" type="presOf" srcId="{DBF18E52-ACDE-4840-A413-83D5EFF317D8}" destId="{12CFCCAC-F4A0-4F68-ADB1-B174E3BB9745}" srcOrd="0" destOrd="2" presId="urn:microsoft.com/office/officeart/2005/8/layout/hList1"/>
    <dgm:cxn modelId="{B63C1345-16FD-4A50-BE1A-1C5238416BFF}" srcId="{4FA0011C-B3C7-49EB-A42B-8300DDBD4697}" destId="{CE70BB12-AFA7-44E7-8D72-DA82C4E8E6E2}" srcOrd="1" destOrd="0" parTransId="{6EBBB5B1-6970-4AC5-9EA2-46C3B683A522}" sibTransId="{975143BC-B32F-4DB3-A72B-E2CB980C9004}"/>
    <dgm:cxn modelId="{F23DBE7F-163F-4A33-AF06-B3C1ABFE7A54}" type="presOf" srcId="{CE70BB12-AFA7-44E7-8D72-DA82C4E8E6E2}" destId="{C9331674-74F2-4419-9617-CC8D91AA8251}" srcOrd="0" destOrd="0" presId="urn:microsoft.com/office/officeart/2005/8/layout/hList1"/>
    <dgm:cxn modelId="{F53C1989-61AF-42FE-BBCE-F11347FD6449}" srcId="{C4BEF4A8-C78E-4087-8B29-46E41AF2396F}" destId="{35C57B1E-69C8-47AC-AFE5-DD986DE28B60}" srcOrd="0" destOrd="0" parTransId="{7A878E50-4818-4E43-A7A4-FFD98259B617}" sibTransId="{6FFD4A52-EB81-47FD-B9CD-81E7DB7F7060}"/>
    <dgm:cxn modelId="{6DC34C8A-F46D-47E8-AD86-B302916F74D4}" type="presOf" srcId="{C4BEF4A8-C78E-4087-8B29-46E41AF2396F}" destId="{34A46FC2-E71A-4A9E-B9E9-3C3181A18DA8}" srcOrd="0" destOrd="0" presId="urn:microsoft.com/office/officeart/2005/8/layout/hList1"/>
    <dgm:cxn modelId="{2A300790-FC1C-420B-8ED9-755DB4273A31}" srcId="{C4BEF4A8-C78E-4087-8B29-46E41AF2396F}" destId="{DBF18E52-ACDE-4840-A413-83D5EFF317D8}" srcOrd="2" destOrd="0" parTransId="{30C9D0F6-1C0D-42DB-A277-3B28F70C1F8D}" sibTransId="{010CFA90-4D07-4605-B8B9-CE250263A1FD}"/>
    <dgm:cxn modelId="{F84CDD94-A722-4DFA-9CCC-9586E31BA557}" type="presOf" srcId="{115C1F24-40B5-48E4-845E-90578E44656B}" destId="{C45345B2-58BE-41E6-AC6D-49E25D3BA488}" srcOrd="0" destOrd="1" presId="urn:microsoft.com/office/officeart/2005/8/layout/hList1"/>
    <dgm:cxn modelId="{3523A8AD-6A7F-4D97-87F0-2634EB736068}" srcId="{CE70BB12-AFA7-44E7-8D72-DA82C4E8E6E2}" destId="{115C1F24-40B5-48E4-845E-90578E44656B}" srcOrd="1" destOrd="0" parTransId="{092034AD-CDAD-4FA7-BFCC-B861EAA0258D}" sibTransId="{4D912508-E565-4B42-9AD9-DC174AB370EA}"/>
    <dgm:cxn modelId="{D60ED2C6-BBE5-4BD2-A034-B2B787AC37F0}" type="presOf" srcId="{35C57B1E-69C8-47AC-AFE5-DD986DE28B60}" destId="{12CFCCAC-F4A0-4F68-ADB1-B174E3BB9745}" srcOrd="0" destOrd="0" presId="urn:microsoft.com/office/officeart/2005/8/layout/hList1"/>
    <dgm:cxn modelId="{8FE1EBC8-0E64-43E2-8013-8CC960993AF6}" srcId="{4FA0011C-B3C7-49EB-A42B-8300DDBD4697}" destId="{C4BEF4A8-C78E-4087-8B29-46E41AF2396F}" srcOrd="0" destOrd="0" parTransId="{A7D5CED4-E394-4449-AEBE-8692DDAC8EDC}" sibTransId="{4312EA15-7B9F-45F9-9327-F181C3BC0A33}"/>
    <dgm:cxn modelId="{587E89CD-02E7-45EF-872C-6EF8796D8304}" srcId="{C4BEF4A8-C78E-4087-8B29-46E41AF2396F}" destId="{EAB19B7C-ED04-4413-B583-D15C356DD52F}" srcOrd="1" destOrd="0" parTransId="{3BF13517-99F1-401B-8063-1D88C651712D}" sibTransId="{9C2804D5-78A3-4851-803D-9FDFB763DC16}"/>
    <dgm:cxn modelId="{6E7FBAE2-A417-4B86-8945-4ECFB98915A6}" type="presOf" srcId="{4FA0011C-B3C7-49EB-A42B-8300DDBD4697}" destId="{8630C9BF-6999-4D9E-BD8F-01BCE43D4674}" srcOrd="0" destOrd="0" presId="urn:microsoft.com/office/officeart/2005/8/layout/hList1"/>
    <dgm:cxn modelId="{F868ECEF-465D-4AEC-A81E-C820B3A45025}" type="presOf" srcId="{2D9D1AB7-A528-4BAF-8247-A53A1D291899}" destId="{C45345B2-58BE-41E6-AC6D-49E25D3BA488}" srcOrd="0" destOrd="0" presId="urn:microsoft.com/office/officeart/2005/8/layout/hList1"/>
    <dgm:cxn modelId="{C7B53443-DAE1-4E8C-8E0B-7506D0BFCEBE}" type="presParOf" srcId="{8630C9BF-6999-4D9E-BD8F-01BCE43D4674}" destId="{06C4E463-5399-4A2D-8958-07978B0179CC}" srcOrd="0" destOrd="0" presId="urn:microsoft.com/office/officeart/2005/8/layout/hList1"/>
    <dgm:cxn modelId="{F81EA173-084D-40EB-9781-54F38C3803BF}" type="presParOf" srcId="{06C4E463-5399-4A2D-8958-07978B0179CC}" destId="{34A46FC2-E71A-4A9E-B9E9-3C3181A18DA8}" srcOrd="0" destOrd="0" presId="urn:microsoft.com/office/officeart/2005/8/layout/hList1"/>
    <dgm:cxn modelId="{AE08AD6A-E4ED-4B45-B57D-48AF0CCB632C}" type="presParOf" srcId="{06C4E463-5399-4A2D-8958-07978B0179CC}" destId="{12CFCCAC-F4A0-4F68-ADB1-B174E3BB9745}" srcOrd="1" destOrd="0" presId="urn:microsoft.com/office/officeart/2005/8/layout/hList1"/>
    <dgm:cxn modelId="{BB610BD4-B523-44A6-ACB0-8758D4939533}" type="presParOf" srcId="{8630C9BF-6999-4D9E-BD8F-01BCE43D4674}" destId="{508BD274-D205-44FB-9C60-0F48FB5BC989}" srcOrd="1" destOrd="0" presId="urn:microsoft.com/office/officeart/2005/8/layout/hList1"/>
    <dgm:cxn modelId="{300C019C-4DFA-4A1C-B5EC-6225FD78E0D4}" type="presParOf" srcId="{8630C9BF-6999-4D9E-BD8F-01BCE43D4674}" destId="{C139FAD0-FE99-4E6A-8E63-39F33BBDC3D9}" srcOrd="2" destOrd="0" presId="urn:microsoft.com/office/officeart/2005/8/layout/hList1"/>
    <dgm:cxn modelId="{5D10EDFC-D8E9-4C42-BEAC-87805A39BEE5}" type="presParOf" srcId="{C139FAD0-FE99-4E6A-8E63-39F33BBDC3D9}" destId="{C9331674-74F2-4419-9617-CC8D91AA8251}" srcOrd="0" destOrd="0" presId="urn:microsoft.com/office/officeart/2005/8/layout/hList1"/>
    <dgm:cxn modelId="{BCFB04A7-352F-4D4A-B114-A96B4E70D070}" type="presParOf" srcId="{C139FAD0-FE99-4E6A-8E63-39F33BBDC3D9}" destId="{C45345B2-58BE-41E6-AC6D-49E25D3BA4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9D56F3-9950-464B-BE6D-4F2410DE98F6}" type="doc">
      <dgm:prSet loTypeId="urn:microsoft.com/office/officeart/2005/8/layout/list1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D779AD2-FA49-4C64-AED3-0535CE632811}">
      <dgm:prSet/>
      <dgm:spPr/>
      <dgm:t>
        <a:bodyPr/>
        <a:lstStyle/>
        <a:p>
          <a:r>
            <a:rPr lang="en-IN" b="1"/>
            <a:t>Indexes were created on:</a:t>
          </a:r>
          <a:endParaRPr lang="en-US"/>
        </a:p>
      </dgm:t>
    </dgm:pt>
    <dgm:pt modelId="{837E995C-FCCA-417F-B75E-93BEB0D6E24C}" type="parTrans" cxnId="{772C35E6-C4D4-4549-8806-619B3E088B1E}">
      <dgm:prSet/>
      <dgm:spPr/>
      <dgm:t>
        <a:bodyPr/>
        <a:lstStyle/>
        <a:p>
          <a:endParaRPr lang="en-US"/>
        </a:p>
      </dgm:t>
    </dgm:pt>
    <dgm:pt modelId="{DDADCEA6-B392-4134-8737-D9A34A2BB776}" type="sibTrans" cxnId="{772C35E6-C4D4-4549-8806-619B3E088B1E}">
      <dgm:prSet/>
      <dgm:spPr/>
      <dgm:t>
        <a:bodyPr/>
        <a:lstStyle/>
        <a:p>
          <a:endParaRPr lang="en-US"/>
        </a:p>
      </dgm:t>
    </dgm:pt>
    <dgm:pt modelId="{4E9981C5-AE75-47DD-8127-24D6800635E2}">
      <dgm:prSet/>
      <dgm:spPr/>
      <dgm:t>
        <a:bodyPr/>
        <a:lstStyle/>
        <a:p>
          <a:r>
            <a:rPr lang="en-IN"/>
            <a:t>Username (faster authentication lookups)</a:t>
          </a:r>
          <a:endParaRPr lang="en-US"/>
        </a:p>
      </dgm:t>
    </dgm:pt>
    <dgm:pt modelId="{A6B58233-B0A6-481D-B65E-F164063C18B4}" type="parTrans" cxnId="{82B1700D-ACD7-4611-9A59-E60869EDD7DA}">
      <dgm:prSet/>
      <dgm:spPr/>
      <dgm:t>
        <a:bodyPr/>
        <a:lstStyle/>
        <a:p>
          <a:endParaRPr lang="en-US"/>
        </a:p>
      </dgm:t>
    </dgm:pt>
    <dgm:pt modelId="{AF46B4B9-7F5B-4614-AA2D-0E136BE76BD8}" type="sibTrans" cxnId="{82B1700D-ACD7-4611-9A59-E60869EDD7DA}">
      <dgm:prSet/>
      <dgm:spPr/>
      <dgm:t>
        <a:bodyPr/>
        <a:lstStyle/>
        <a:p>
          <a:endParaRPr lang="en-US"/>
        </a:p>
      </dgm:t>
    </dgm:pt>
    <dgm:pt modelId="{5396F081-B114-4815-9FA8-26D2D246A535}">
      <dgm:prSet/>
      <dgm:spPr/>
      <dgm:t>
        <a:bodyPr/>
        <a:lstStyle/>
        <a:p>
          <a:r>
            <a:rPr lang="en-IN"/>
            <a:t>Appointment date (quicker scheduling queries)</a:t>
          </a:r>
          <a:endParaRPr lang="en-US"/>
        </a:p>
      </dgm:t>
    </dgm:pt>
    <dgm:pt modelId="{64797A5F-4808-4A29-8083-4EC772A5DBE4}" type="parTrans" cxnId="{15E96640-1BFA-40EB-AC4A-797643983875}">
      <dgm:prSet/>
      <dgm:spPr/>
      <dgm:t>
        <a:bodyPr/>
        <a:lstStyle/>
        <a:p>
          <a:endParaRPr lang="en-US"/>
        </a:p>
      </dgm:t>
    </dgm:pt>
    <dgm:pt modelId="{72F8D9A4-B0D8-4314-A75B-89361909F4FF}" type="sibTrans" cxnId="{15E96640-1BFA-40EB-AC4A-797643983875}">
      <dgm:prSet/>
      <dgm:spPr/>
      <dgm:t>
        <a:bodyPr/>
        <a:lstStyle/>
        <a:p>
          <a:endParaRPr lang="en-US"/>
        </a:p>
      </dgm:t>
    </dgm:pt>
    <dgm:pt modelId="{4BFA8ECE-830B-47BE-92A0-3E0B04DA4B45}">
      <dgm:prSet/>
      <dgm:spPr/>
      <dgm:t>
        <a:bodyPr/>
        <a:lstStyle/>
        <a:p>
          <a:r>
            <a:rPr lang="en-IN"/>
            <a:t>Audit log user actions (faster log search)</a:t>
          </a:r>
          <a:endParaRPr lang="en-US"/>
        </a:p>
      </dgm:t>
    </dgm:pt>
    <dgm:pt modelId="{6A7BE771-F0F1-4A4C-9E92-20F4D5A11BAC}" type="parTrans" cxnId="{02A18A4C-349B-47E7-838D-528A974106C7}">
      <dgm:prSet/>
      <dgm:spPr/>
      <dgm:t>
        <a:bodyPr/>
        <a:lstStyle/>
        <a:p>
          <a:endParaRPr lang="en-US"/>
        </a:p>
      </dgm:t>
    </dgm:pt>
    <dgm:pt modelId="{DB50EC95-B43B-46E8-A887-822694246D1D}" type="sibTrans" cxnId="{02A18A4C-349B-47E7-838D-528A974106C7}">
      <dgm:prSet/>
      <dgm:spPr/>
      <dgm:t>
        <a:bodyPr/>
        <a:lstStyle/>
        <a:p>
          <a:endParaRPr lang="en-US"/>
        </a:p>
      </dgm:t>
    </dgm:pt>
    <dgm:pt modelId="{AB3433C9-2928-4FA4-B5C7-7C1DF6B60C77}">
      <dgm:prSet/>
      <dgm:spPr/>
      <dgm:t>
        <a:bodyPr/>
        <a:lstStyle/>
        <a:p>
          <a:r>
            <a:rPr lang="en-IN"/>
            <a:t>Permission mappings (faster RBAC checks)</a:t>
          </a:r>
          <a:endParaRPr lang="en-US"/>
        </a:p>
      </dgm:t>
    </dgm:pt>
    <dgm:pt modelId="{76BA3B96-3204-42D3-9A48-3CC2FCBE8C4A}" type="parTrans" cxnId="{2ECACBAB-A9AF-4BA6-B224-9CE85E839E4C}">
      <dgm:prSet/>
      <dgm:spPr/>
      <dgm:t>
        <a:bodyPr/>
        <a:lstStyle/>
        <a:p>
          <a:endParaRPr lang="en-US"/>
        </a:p>
      </dgm:t>
    </dgm:pt>
    <dgm:pt modelId="{0D396535-D7A0-46B9-AF20-8A388A54D8A4}" type="sibTrans" cxnId="{2ECACBAB-A9AF-4BA6-B224-9CE85E839E4C}">
      <dgm:prSet/>
      <dgm:spPr/>
      <dgm:t>
        <a:bodyPr/>
        <a:lstStyle/>
        <a:p>
          <a:endParaRPr lang="en-US"/>
        </a:p>
      </dgm:t>
    </dgm:pt>
    <dgm:pt modelId="{75AF3B51-DA70-48C4-92AD-0AEA8C6447BF}">
      <dgm:prSet/>
      <dgm:spPr/>
      <dgm:t>
        <a:bodyPr/>
        <a:lstStyle/>
        <a:p>
          <a:r>
            <a:rPr lang="en-IN" b="1"/>
            <a:t>Impact:</a:t>
          </a:r>
          <a:endParaRPr lang="en-US"/>
        </a:p>
      </dgm:t>
    </dgm:pt>
    <dgm:pt modelId="{E25FEC2F-1834-49BA-A386-61E3853142C0}" type="parTrans" cxnId="{5AF5D7FF-7804-4F54-B377-754DD4B93C0A}">
      <dgm:prSet/>
      <dgm:spPr/>
      <dgm:t>
        <a:bodyPr/>
        <a:lstStyle/>
        <a:p>
          <a:endParaRPr lang="en-US"/>
        </a:p>
      </dgm:t>
    </dgm:pt>
    <dgm:pt modelId="{A16209B4-D7E7-4D77-8CA8-70F915D9DCB9}" type="sibTrans" cxnId="{5AF5D7FF-7804-4F54-B377-754DD4B93C0A}">
      <dgm:prSet/>
      <dgm:spPr/>
      <dgm:t>
        <a:bodyPr/>
        <a:lstStyle/>
        <a:p>
          <a:endParaRPr lang="en-US"/>
        </a:p>
      </dgm:t>
    </dgm:pt>
    <dgm:pt modelId="{B2BFDACE-8BE0-4321-AF31-B4FC23A5250F}">
      <dgm:prSet/>
      <dgm:spPr/>
      <dgm:t>
        <a:bodyPr/>
        <a:lstStyle/>
        <a:p>
          <a:r>
            <a:rPr lang="en-IN"/>
            <a:t>Shorter query time</a:t>
          </a:r>
          <a:endParaRPr lang="en-US"/>
        </a:p>
      </dgm:t>
    </dgm:pt>
    <dgm:pt modelId="{A92DDC24-76E4-411F-9546-5327ADAF847E}" type="parTrans" cxnId="{F9FA021D-B899-4941-9486-48C9A2DB0ADF}">
      <dgm:prSet/>
      <dgm:spPr/>
      <dgm:t>
        <a:bodyPr/>
        <a:lstStyle/>
        <a:p>
          <a:endParaRPr lang="en-US"/>
        </a:p>
      </dgm:t>
    </dgm:pt>
    <dgm:pt modelId="{9B00D278-2A6D-487B-9D0B-ED6FB1254112}" type="sibTrans" cxnId="{F9FA021D-B899-4941-9486-48C9A2DB0ADF}">
      <dgm:prSet/>
      <dgm:spPr/>
      <dgm:t>
        <a:bodyPr/>
        <a:lstStyle/>
        <a:p>
          <a:endParaRPr lang="en-US"/>
        </a:p>
      </dgm:t>
    </dgm:pt>
    <dgm:pt modelId="{599A82FF-11FA-477D-BEB5-44E88F77A773}">
      <dgm:prSet/>
      <dgm:spPr/>
      <dgm:t>
        <a:bodyPr/>
        <a:lstStyle/>
        <a:p>
          <a:r>
            <a:rPr lang="en-IN"/>
            <a:t>Better scalability</a:t>
          </a:r>
          <a:endParaRPr lang="en-US"/>
        </a:p>
      </dgm:t>
    </dgm:pt>
    <dgm:pt modelId="{E755D418-BEEC-47D7-B241-199188DA3DF1}" type="parTrans" cxnId="{4761C5C0-7659-42C1-8660-FB5B6863D747}">
      <dgm:prSet/>
      <dgm:spPr/>
      <dgm:t>
        <a:bodyPr/>
        <a:lstStyle/>
        <a:p>
          <a:endParaRPr lang="en-US"/>
        </a:p>
      </dgm:t>
    </dgm:pt>
    <dgm:pt modelId="{B1F15150-47E7-46C0-BE18-640ABD8B6702}" type="sibTrans" cxnId="{4761C5C0-7659-42C1-8660-FB5B6863D747}">
      <dgm:prSet/>
      <dgm:spPr/>
      <dgm:t>
        <a:bodyPr/>
        <a:lstStyle/>
        <a:p>
          <a:endParaRPr lang="en-US"/>
        </a:p>
      </dgm:t>
    </dgm:pt>
    <dgm:pt modelId="{FE47D44F-6919-4351-A594-6F07CC06D299}">
      <dgm:prSet/>
      <dgm:spPr/>
      <dgm:t>
        <a:bodyPr/>
        <a:lstStyle/>
        <a:p>
          <a:r>
            <a:rPr lang="en-IN"/>
            <a:t>Improved system responsiveness</a:t>
          </a:r>
          <a:endParaRPr lang="en-US"/>
        </a:p>
      </dgm:t>
    </dgm:pt>
    <dgm:pt modelId="{26689BE5-C9E6-46CD-AD02-DA05330CDFE1}" type="parTrans" cxnId="{FA5BBCE4-90FF-4A60-B357-B69FD4BBCFE6}">
      <dgm:prSet/>
      <dgm:spPr/>
      <dgm:t>
        <a:bodyPr/>
        <a:lstStyle/>
        <a:p>
          <a:endParaRPr lang="en-US"/>
        </a:p>
      </dgm:t>
    </dgm:pt>
    <dgm:pt modelId="{1716BECE-B750-49A6-852B-60F289B63E4C}" type="sibTrans" cxnId="{FA5BBCE4-90FF-4A60-B357-B69FD4BBCFE6}">
      <dgm:prSet/>
      <dgm:spPr/>
      <dgm:t>
        <a:bodyPr/>
        <a:lstStyle/>
        <a:p>
          <a:endParaRPr lang="en-US"/>
        </a:p>
      </dgm:t>
    </dgm:pt>
    <dgm:pt modelId="{B1FAD37C-263B-4BBD-812C-B4A9B23B7C5A}" type="pres">
      <dgm:prSet presAssocID="{CC9D56F3-9950-464B-BE6D-4F2410DE98F6}" presName="linear" presStyleCnt="0">
        <dgm:presLayoutVars>
          <dgm:dir/>
          <dgm:animLvl val="lvl"/>
          <dgm:resizeHandles val="exact"/>
        </dgm:presLayoutVars>
      </dgm:prSet>
      <dgm:spPr/>
    </dgm:pt>
    <dgm:pt modelId="{D8AE36C4-0961-411A-A371-629AF8ABC472}" type="pres">
      <dgm:prSet presAssocID="{8D779AD2-FA49-4C64-AED3-0535CE632811}" presName="parentLin" presStyleCnt="0"/>
      <dgm:spPr/>
    </dgm:pt>
    <dgm:pt modelId="{DF3FF676-D8E2-4350-B8ED-54C12405CAD4}" type="pres">
      <dgm:prSet presAssocID="{8D779AD2-FA49-4C64-AED3-0535CE632811}" presName="parentLeftMargin" presStyleLbl="node1" presStyleIdx="0" presStyleCnt="2"/>
      <dgm:spPr/>
    </dgm:pt>
    <dgm:pt modelId="{D3FACB69-3870-4176-976C-4C80F1244903}" type="pres">
      <dgm:prSet presAssocID="{8D779AD2-FA49-4C64-AED3-0535CE6328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AB74CE-4BB9-4C5F-A2F0-9572EF481669}" type="pres">
      <dgm:prSet presAssocID="{8D779AD2-FA49-4C64-AED3-0535CE632811}" presName="negativeSpace" presStyleCnt="0"/>
      <dgm:spPr/>
    </dgm:pt>
    <dgm:pt modelId="{17135DBD-02BF-4F52-97E0-0976AD68D46B}" type="pres">
      <dgm:prSet presAssocID="{8D779AD2-FA49-4C64-AED3-0535CE632811}" presName="childText" presStyleLbl="conFgAcc1" presStyleIdx="0" presStyleCnt="2">
        <dgm:presLayoutVars>
          <dgm:bulletEnabled val="1"/>
        </dgm:presLayoutVars>
      </dgm:prSet>
      <dgm:spPr/>
    </dgm:pt>
    <dgm:pt modelId="{C716A525-B6D5-4E41-ABC0-D673E33A14AD}" type="pres">
      <dgm:prSet presAssocID="{DDADCEA6-B392-4134-8737-D9A34A2BB776}" presName="spaceBetweenRectangles" presStyleCnt="0"/>
      <dgm:spPr/>
    </dgm:pt>
    <dgm:pt modelId="{FDD76DCC-5C75-4E76-9E95-DB4401C1AC02}" type="pres">
      <dgm:prSet presAssocID="{75AF3B51-DA70-48C4-92AD-0AEA8C6447BF}" presName="parentLin" presStyleCnt="0"/>
      <dgm:spPr/>
    </dgm:pt>
    <dgm:pt modelId="{18A6BB37-2F11-4A5C-B5A9-21C837BD5501}" type="pres">
      <dgm:prSet presAssocID="{75AF3B51-DA70-48C4-92AD-0AEA8C6447BF}" presName="parentLeftMargin" presStyleLbl="node1" presStyleIdx="0" presStyleCnt="2"/>
      <dgm:spPr/>
    </dgm:pt>
    <dgm:pt modelId="{1FEEF503-6E13-41C0-95AC-9040F5919AD7}" type="pres">
      <dgm:prSet presAssocID="{75AF3B51-DA70-48C4-92AD-0AEA8C6447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BE3FBE9-6EB4-4E5B-A871-2D838FE9EA4B}" type="pres">
      <dgm:prSet presAssocID="{75AF3B51-DA70-48C4-92AD-0AEA8C6447BF}" presName="negativeSpace" presStyleCnt="0"/>
      <dgm:spPr/>
    </dgm:pt>
    <dgm:pt modelId="{8C80EA3A-2421-4422-B028-48522D3E918D}" type="pres">
      <dgm:prSet presAssocID="{75AF3B51-DA70-48C4-92AD-0AEA8C6447B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045AE06-9393-4B2D-AC7F-DDFF4265EEBC}" type="presOf" srcId="{75AF3B51-DA70-48C4-92AD-0AEA8C6447BF}" destId="{18A6BB37-2F11-4A5C-B5A9-21C837BD5501}" srcOrd="0" destOrd="0" presId="urn:microsoft.com/office/officeart/2005/8/layout/list1"/>
    <dgm:cxn modelId="{82B1700D-ACD7-4611-9A59-E60869EDD7DA}" srcId="{8D779AD2-FA49-4C64-AED3-0535CE632811}" destId="{4E9981C5-AE75-47DD-8127-24D6800635E2}" srcOrd="0" destOrd="0" parTransId="{A6B58233-B0A6-481D-B65E-F164063C18B4}" sibTransId="{AF46B4B9-7F5B-4614-AA2D-0E136BE76BD8}"/>
    <dgm:cxn modelId="{F9FA021D-B899-4941-9486-48C9A2DB0ADF}" srcId="{75AF3B51-DA70-48C4-92AD-0AEA8C6447BF}" destId="{B2BFDACE-8BE0-4321-AF31-B4FC23A5250F}" srcOrd="0" destOrd="0" parTransId="{A92DDC24-76E4-411F-9546-5327ADAF847E}" sibTransId="{9B00D278-2A6D-487B-9D0B-ED6FB1254112}"/>
    <dgm:cxn modelId="{15E96640-1BFA-40EB-AC4A-797643983875}" srcId="{8D779AD2-FA49-4C64-AED3-0535CE632811}" destId="{5396F081-B114-4815-9FA8-26D2D246A535}" srcOrd="1" destOrd="0" parTransId="{64797A5F-4808-4A29-8083-4EC772A5DBE4}" sibTransId="{72F8D9A4-B0D8-4314-A75B-89361909F4FF}"/>
    <dgm:cxn modelId="{02A18A4C-349B-47E7-838D-528A974106C7}" srcId="{8D779AD2-FA49-4C64-AED3-0535CE632811}" destId="{4BFA8ECE-830B-47BE-92A0-3E0B04DA4B45}" srcOrd="2" destOrd="0" parTransId="{6A7BE771-F0F1-4A4C-9E92-20F4D5A11BAC}" sibTransId="{DB50EC95-B43B-46E8-A887-822694246D1D}"/>
    <dgm:cxn modelId="{7D5BA07A-C90E-4DDB-94F4-9D27FFB1E7D4}" type="presOf" srcId="{599A82FF-11FA-477D-BEB5-44E88F77A773}" destId="{8C80EA3A-2421-4422-B028-48522D3E918D}" srcOrd="0" destOrd="1" presId="urn:microsoft.com/office/officeart/2005/8/layout/list1"/>
    <dgm:cxn modelId="{C4DF2F87-CDA4-433E-8B60-E70A0203C59C}" type="presOf" srcId="{B2BFDACE-8BE0-4321-AF31-B4FC23A5250F}" destId="{8C80EA3A-2421-4422-B028-48522D3E918D}" srcOrd="0" destOrd="0" presId="urn:microsoft.com/office/officeart/2005/8/layout/list1"/>
    <dgm:cxn modelId="{1003858F-1767-4C69-8914-3D24578FB415}" type="presOf" srcId="{FE47D44F-6919-4351-A594-6F07CC06D299}" destId="{8C80EA3A-2421-4422-B028-48522D3E918D}" srcOrd="0" destOrd="2" presId="urn:microsoft.com/office/officeart/2005/8/layout/list1"/>
    <dgm:cxn modelId="{65986DA8-5595-4FFF-8571-4B669D42DF46}" type="presOf" srcId="{4BFA8ECE-830B-47BE-92A0-3E0B04DA4B45}" destId="{17135DBD-02BF-4F52-97E0-0976AD68D46B}" srcOrd="0" destOrd="2" presId="urn:microsoft.com/office/officeart/2005/8/layout/list1"/>
    <dgm:cxn modelId="{2ECACBAB-A9AF-4BA6-B224-9CE85E839E4C}" srcId="{8D779AD2-FA49-4C64-AED3-0535CE632811}" destId="{AB3433C9-2928-4FA4-B5C7-7C1DF6B60C77}" srcOrd="3" destOrd="0" parTransId="{76BA3B96-3204-42D3-9A48-3CC2FCBE8C4A}" sibTransId="{0D396535-D7A0-46B9-AF20-8A388A54D8A4}"/>
    <dgm:cxn modelId="{A85AA3B8-DDEA-48BF-8669-ADA1A7FF1B66}" type="presOf" srcId="{CC9D56F3-9950-464B-BE6D-4F2410DE98F6}" destId="{B1FAD37C-263B-4BBD-812C-B4A9B23B7C5A}" srcOrd="0" destOrd="0" presId="urn:microsoft.com/office/officeart/2005/8/layout/list1"/>
    <dgm:cxn modelId="{4761C5C0-7659-42C1-8660-FB5B6863D747}" srcId="{75AF3B51-DA70-48C4-92AD-0AEA8C6447BF}" destId="{599A82FF-11FA-477D-BEB5-44E88F77A773}" srcOrd="1" destOrd="0" parTransId="{E755D418-BEEC-47D7-B241-199188DA3DF1}" sibTransId="{B1F15150-47E7-46C0-BE18-640ABD8B6702}"/>
    <dgm:cxn modelId="{5E1B01C6-0854-4B10-97FF-E93BAAAF2B17}" type="presOf" srcId="{8D779AD2-FA49-4C64-AED3-0535CE632811}" destId="{D3FACB69-3870-4176-976C-4C80F1244903}" srcOrd="1" destOrd="0" presId="urn:microsoft.com/office/officeart/2005/8/layout/list1"/>
    <dgm:cxn modelId="{D58292CF-99F0-497E-9C4B-AFDA60CE9D10}" type="presOf" srcId="{AB3433C9-2928-4FA4-B5C7-7C1DF6B60C77}" destId="{17135DBD-02BF-4F52-97E0-0976AD68D46B}" srcOrd="0" destOrd="3" presId="urn:microsoft.com/office/officeart/2005/8/layout/list1"/>
    <dgm:cxn modelId="{1E01B5D0-3F92-440C-952E-32248643865E}" type="presOf" srcId="{75AF3B51-DA70-48C4-92AD-0AEA8C6447BF}" destId="{1FEEF503-6E13-41C0-95AC-9040F5919AD7}" srcOrd="1" destOrd="0" presId="urn:microsoft.com/office/officeart/2005/8/layout/list1"/>
    <dgm:cxn modelId="{96908FD2-2429-48B5-B329-1CD031C0077A}" type="presOf" srcId="{4E9981C5-AE75-47DD-8127-24D6800635E2}" destId="{17135DBD-02BF-4F52-97E0-0976AD68D46B}" srcOrd="0" destOrd="0" presId="urn:microsoft.com/office/officeart/2005/8/layout/list1"/>
    <dgm:cxn modelId="{FA5BBCE4-90FF-4A60-B357-B69FD4BBCFE6}" srcId="{75AF3B51-DA70-48C4-92AD-0AEA8C6447BF}" destId="{FE47D44F-6919-4351-A594-6F07CC06D299}" srcOrd="2" destOrd="0" parTransId="{26689BE5-C9E6-46CD-AD02-DA05330CDFE1}" sibTransId="{1716BECE-B750-49A6-852B-60F289B63E4C}"/>
    <dgm:cxn modelId="{772C35E6-C4D4-4549-8806-619B3E088B1E}" srcId="{CC9D56F3-9950-464B-BE6D-4F2410DE98F6}" destId="{8D779AD2-FA49-4C64-AED3-0535CE632811}" srcOrd="0" destOrd="0" parTransId="{837E995C-FCCA-417F-B75E-93BEB0D6E24C}" sibTransId="{DDADCEA6-B392-4134-8737-D9A34A2BB776}"/>
    <dgm:cxn modelId="{8F0C60E9-1478-4E54-B1AE-B30D7942BB64}" type="presOf" srcId="{5396F081-B114-4815-9FA8-26D2D246A535}" destId="{17135DBD-02BF-4F52-97E0-0976AD68D46B}" srcOrd="0" destOrd="1" presId="urn:microsoft.com/office/officeart/2005/8/layout/list1"/>
    <dgm:cxn modelId="{D9D8B9FA-DCBC-4993-9079-9041168F920F}" type="presOf" srcId="{8D779AD2-FA49-4C64-AED3-0535CE632811}" destId="{DF3FF676-D8E2-4350-B8ED-54C12405CAD4}" srcOrd="0" destOrd="0" presId="urn:microsoft.com/office/officeart/2005/8/layout/list1"/>
    <dgm:cxn modelId="{5AF5D7FF-7804-4F54-B377-754DD4B93C0A}" srcId="{CC9D56F3-9950-464B-BE6D-4F2410DE98F6}" destId="{75AF3B51-DA70-48C4-92AD-0AEA8C6447BF}" srcOrd="1" destOrd="0" parTransId="{E25FEC2F-1834-49BA-A386-61E3853142C0}" sibTransId="{A16209B4-D7E7-4D77-8CA8-70F915D9DCB9}"/>
    <dgm:cxn modelId="{C4391E2F-A561-42D1-AFE7-E834B31820B4}" type="presParOf" srcId="{B1FAD37C-263B-4BBD-812C-B4A9B23B7C5A}" destId="{D8AE36C4-0961-411A-A371-629AF8ABC472}" srcOrd="0" destOrd="0" presId="urn:microsoft.com/office/officeart/2005/8/layout/list1"/>
    <dgm:cxn modelId="{F56AC121-0BA9-4CF0-91D0-7F7B4AF97022}" type="presParOf" srcId="{D8AE36C4-0961-411A-A371-629AF8ABC472}" destId="{DF3FF676-D8E2-4350-B8ED-54C12405CAD4}" srcOrd="0" destOrd="0" presId="urn:microsoft.com/office/officeart/2005/8/layout/list1"/>
    <dgm:cxn modelId="{C3B53D20-5E72-4ACA-B672-BB13A4DDBCF7}" type="presParOf" srcId="{D8AE36C4-0961-411A-A371-629AF8ABC472}" destId="{D3FACB69-3870-4176-976C-4C80F1244903}" srcOrd="1" destOrd="0" presId="urn:microsoft.com/office/officeart/2005/8/layout/list1"/>
    <dgm:cxn modelId="{0848A68D-32F3-4934-98B1-122DC9C373EF}" type="presParOf" srcId="{B1FAD37C-263B-4BBD-812C-B4A9B23B7C5A}" destId="{45AB74CE-4BB9-4C5F-A2F0-9572EF481669}" srcOrd="1" destOrd="0" presId="urn:microsoft.com/office/officeart/2005/8/layout/list1"/>
    <dgm:cxn modelId="{734E31D5-F52F-4ED9-BF93-1C5F4DAEA23C}" type="presParOf" srcId="{B1FAD37C-263B-4BBD-812C-B4A9B23B7C5A}" destId="{17135DBD-02BF-4F52-97E0-0976AD68D46B}" srcOrd="2" destOrd="0" presId="urn:microsoft.com/office/officeart/2005/8/layout/list1"/>
    <dgm:cxn modelId="{345FEC93-8A91-4577-9AFA-91ED210A10BA}" type="presParOf" srcId="{B1FAD37C-263B-4BBD-812C-B4A9B23B7C5A}" destId="{C716A525-B6D5-4E41-ABC0-D673E33A14AD}" srcOrd="3" destOrd="0" presId="urn:microsoft.com/office/officeart/2005/8/layout/list1"/>
    <dgm:cxn modelId="{39061662-597E-44E4-8A75-4E6AA561F15C}" type="presParOf" srcId="{B1FAD37C-263B-4BBD-812C-B4A9B23B7C5A}" destId="{FDD76DCC-5C75-4E76-9E95-DB4401C1AC02}" srcOrd="4" destOrd="0" presId="urn:microsoft.com/office/officeart/2005/8/layout/list1"/>
    <dgm:cxn modelId="{8A8CB52C-D1CE-40DB-8428-268F56829E14}" type="presParOf" srcId="{FDD76DCC-5C75-4E76-9E95-DB4401C1AC02}" destId="{18A6BB37-2F11-4A5C-B5A9-21C837BD5501}" srcOrd="0" destOrd="0" presId="urn:microsoft.com/office/officeart/2005/8/layout/list1"/>
    <dgm:cxn modelId="{73837564-74AA-48D9-A220-1E91EA2594F8}" type="presParOf" srcId="{FDD76DCC-5C75-4E76-9E95-DB4401C1AC02}" destId="{1FEEF503-6E13-41C0-95AC-9040F5919AD7}" srcOrd="1" destOrd="0" presId="urn:microsoft.com/office/officeart/2005/8/layout/list1"/>
    <dgm:cxn modelId="{0BC3374C-5F5D-4E26-9B68-FFA728F4C899}" type="presParOf" srcId="{B1FAD37C-263B-4BBD-812C-B4A9B23B7C5A}" destId="{2BE3FBE9-6EB4-4E5B-A871-2D838FE9EA4B}" srcOrd="5" destOrd="0" presId="urn:microsoft.com/office/officeart/2005/8/layout/list1"/>
    <dgm:cxn modelId="{597D292E-5B3C-4547-9675-500F5AAD2DDA}" type="presParOf" srcId="{B1FAD37C-263B-4BBD-812C-B4A9B23B7C5A}" destId="{8C80EA3A-2421-4422-B028-48522D3E918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A1AC03-8EEB-4F91-B489-387ADCC998C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4EDF68-6DC7-4898-A843-EB54A3367A5E}">
      <dgm:prSet/>
      <dgm:spPr/>
      <dgm:t>
        <a:bodyPr/>
        <a:lstStyle/>
        <a:p>
          <a:r>
            <a:rPr lang="en-US" b="1"/>
            <a:t>Triggers configured to track:</a:t>
          </a:r>
          <a:endParaRPr lang="en-US"/>
        </a:p>
      </dgm:t>
    </dgm:pt>
    <dgm:pt modelId="{E0B8345B-860C-46C5-B1B5-C80E4AEB4BA8}" type="parTrans" cxnId="{C7034602-0777-4B42-8DB8-FC9221DF43E7}">
      <dgm:prSet/>
      <dgm:spPr/>
      <dgm:t>
        <a:bodyPr/>
        <a:lstStyle/>
        <a:p>
          <a:endParaRPr lang="en-US"/>
        </a:p>
      </dgm:t>
    </dgm:pt>
    <dgm:pt modelId="{5D0EA616-EAF4-4BAE-827D-9C4DD6DE4F86}" type="sibTrans" cxnId="{C7034602-0777-4B42-8DB8-FC9221DF43E7}">
      <dgm:prSet/>
      <dgm:spPr/>
      <dgm:t>
        <a:bodyPr/>
        <a:lstStyle/>
        <a:p>
          <a:endParaRPr lang="en-US"/>
        </a:p>
      </dgm:t>
    </dgm:pt>
    <dgm:pt modelId="{4AD766BE-50BF-4D68-A0CA-70615A861017}">
      <dgm:prSet/>
      <dgm:spPr/>
      <dgm:t>
        <a:bodyPr/>
        <a:lstStyle/>
        <a:p>
          <a:r>
            <a:rPr lang="en-US"/>
            <a:t>INSERT, UPDATE, DELETE operations</a:t>
          </a:r>
        </a:p>
      </dgm:t>
    </dgm:pt>
    <dgm:pt modelId="{E50A3D17-4CC5-4238-BA6B-2F22E41019EE}" type="parTrans" cxnId="{86416502-90AD-43FF-82FB-7023558FCA6A}">
      <dgm:prSet/>
      <dgm:spPr/>
      <dgm:t>
        <a:bodyPr/>
        <a:lstStyle/>
        <a:p>
          <a:endParaRPr lang="en-US"/>
        </a:p>
      </dgm:t>
    </dgm:pt>
    <dgm:pt modelId="{5E9B8D61-320B-4D46-ADE9-E01D0B4D007B}" type="sibTrans" cxnId="{86416502-90AD-43FF-82FB-7023558FCA6A}">
      <dgm:prSet/>
      <dgm:spPr/>
      <dgm:t>
        <a:bodyPr/>
        <a:lstStyle/>
        <a:p>
          <a:endParaRPr lang="en-US"/>
        </a:p>
      </dgm:t>
    </dgm:pt>
    <dgm:pt modelId="{D3E5C11D-CC26-4489-9692-B7EE48D19865}">
      <dgm:prSet/>
      <dgm:spPr/>
      <dgm:t>
        <a:bodyPr/>
        <a:lstStyle/>
        <a:p>
          <a:r>
            <a:rPr lang="en-US"/>
            <a:t>Automatically write audit entries</a:t>
          </a:r>
        </a:p>
      </dgm:t>
    </dgm:pt>
    <dgm:pt modelId="{CF291EB6-B6C9-4A99-98C1-50146D7443CD}" type="parTrans" cxnId="{27F9BA17-4C63-46C2-A86F-BDDAD85EFEF6}">
      <dgm:prSet/>
      <dgm:spPr/>
      <dgm:t>
        <a:bodyPr/>
        <a:lstStyle/>
        <a:p>
          <a:endParaRPr lang="en-US"/>
        </a:p>
      </dgm:t>
    </dgm:pt>
    <dgm:pt modelId="{1D434FA9-0BCE-41F7-9358-0A0C8D081728}" type="sibTrans" cxnId="{27F9BA17-4C63-46C2-A86F-BDDAD85EFEF6}">
      <dgm:prSet/>
      <dgm:spPr/>
      <dgm:t>
        <a:bodyPr/>
        <a:lstStyle/>
        <a:p>
          <a:endParaRPr lang="en-US"/>
        </a:p>
      </dgm:t>
    </dgm:pt>
    <dgm:pt modelId="{0B5FF20B-E597-4DA3-86A1-32E36753CBFA}">
      <dgm:prSet/>
      <dgm:spPr/>
      <dgm:t>
        <a:bodyPr/>
        <a:lstStyle/>
        <a:p>
          <a:r>
            <a:rPr lang="en-US"/>
            <a:t>Capture user ID, timestamp, operation type, and table name</a:t>
          </a:r>
        </a:p>
      </dgm:t>
    </dgm:pt>
    <dgm:pt modelId="{42FE565A-9EFB-4B4F-8AC1-C0B437C51828}" type="parTrans" cxnId="{64B1FFC0-0BFB-4F5A-826B-8736C2CA7CCA}">
      <dgm:prSet/>
      <dgm:spPr/>
      <dgm:t>
        <a:bodyPr/>
        <a:lstStyle/>
        <a:p>
          <a:endParaRPr lang="en-US"/>
        </a:p>
      </dgm:t>
    </dgm:pt>
    <dgm:pt modelId="{1C7AD286-998A-4E6B-A178-72D85EDF8B69}" type="sibTrans" cxnId="{64B1FFC0-0BFB-4F5A-826B-8736C2CA7CCA}">
      <dgm:prSet/>
      <dgm:spPr/>
      <dgm:t>
        <a:bodyPr/>
        <a:lstStyle/>
        <a:p>
          <a:endParaRPr lang="en-US"/>
        </a:p>
      </dgm:t>
    </dgm:pt>
    <dgm:pt modelId="{29108DB5-AA83-40CC-AA10-67A0073CA2AA}">
      <dgm:prSet/>
      <dgm:spPr/>
      <dgm:t>
        <a:bodyPr/>
        <a:lstStyle/>
        <a:p>
          <a:r>
            <a:rPr lang="en-US" b="1"/>
            <a:t>Purpose:</a:t>
          </a:r>
          <a:endParaRPr lang="en-US"/>
        </a:p>
      </dgm:t>
    </dgm:pt>
    <dgm:pt modelId="{0A184123-D0AE-4FC9-90F6-E96514830DDE}" type="parTrans" cxnId="{973513C1-C9B4-495E-B979-2271D79BE73F}">
      <dgm:prSet/>
      <dgm:spPr/>
      <dgm:t>
        <a:bodyPr/>
        <a:lstStyle/>
        <a:p>
          <a:endParaRPr lang="en-US"/>
        </a:p>
      </dgm:t>
    </dgm:pt>
    <dgm:pt modelId="{555A48E6-44B3-44BD-980F-70512DF17E2F}" type="sibTrans" cxnId="{973513C1-C9B4-495E-B979-2271D79BE73F}">
      <dgm:prSet/>
      <dgm:spPr/>
      <dgm:t>
        <a:bodyPr/>
        <a:lstStyle/>
        <a:p>
          <a:endParaRPr lang="en-US"/>
        </a:p>
      </dgm:t>
    </dgm:pt>
    <dgm:pt modelId="{945EDE46-C86B-4B6A-B895-DE2A0F31B7AE}">
      <dgm:prSet/>
      <dgm:spPr/>
      <dgm:t>
        <a:bodyPr/>
        <a:lstStyle/>
        <a:p>
          <a:r>
            <a:rPr lang="en-US"/>
            <a:t>Provides accountability for all database activity</a:t>
          </a:r>
        </a:p>
      </dgm:t>
    </dgm:pt>
    <dgm:pt modelId="{1CD84BD2-9986-4D9A-90A6-E90EB170EC1F}" type="parTrans" cxnId="{CF38036F-5FE6-48BB-81EC-B65152D27D48}">
      <dgm:prSet/>
      <dgm:spPr/>
      <dgm:t>
        <a:bodyPr/>
        <a:lstStyle/>
        <a:p>
          <a:endParaRPr lang="en-US"/>
        </a:p>
      </dgm:t>
    </dgm:pt>
    <dgm:pt modelId="{B50EF22A-B55E-412F-A0D4-40F611810725}" type="sibTrans" cxnId="{CF38036F-5FE6-48BB-81EC-B65152D27D48}">
      <dgm:prSet/>
      <dgm:spPr/>
      <dgm:t>
        <a:bodyPr/>
        <a:lstStyle/>
        <a:p>
          <a:endParaRPr lang="en-US"/>
        </a:p>
      </dgm:t>
    </dgm:pt>
    <dgm:pt modelId="{8BFE2BCC-C58A-4C3E-B0F1-FCCB207783D3}">
      <dgm:prSet/>
      <dgm:spPr/>
      <dgm:t>
        <a:bodyPr/>
        <a:lstStyle/>
        <a:p>
          <a:r>
            <a:rPr lang="en-US"/>
            <a:t>Meets healthcare compliance and security requirements</a:t>
          </a:r>
        </a:p>
      </dgm:t>
    </dgm:pt>
    <dgm:pt modelId="{890244D5-D134-4861-9820-7F92D6FD2CC6}" type="parTrans" cxnId="{04323F2B-6074-4155-8328-CDD1B6B143BE}">
      <dgm:prSet/>
      <dgm:spPr/>
      <dgm:t>
        <a:bodyPr/>
        <a:lstStyle/>
        <a:p>
          <a:endParaRPr lang="en-US"/>
        </a:p>
      </dgm:t>
    </dgm:pt>
    <dgm:pt modelId="{B78D8BD3-0C40-4DD6-A160-2783CB293AD7}" type="sibTrans" cxnId="{04323F2B-6074-4155-8328-CDD1B6B143BE}">
      <dgm:prSet/>
      <dgm:spPr/>
      <dgm:t>
        <a:bodyPr/>
        <a:lstStyle/>
        <a:p>
          <a:endParaRPr lang="en-US"/>
        </a:p>
      </dgm:t>
    </dgm:pt>
    <dgm:pt modelId="{839C5459-BD42-4C22-8E78-970ABC04E627}" type="pres">
      <dgm:prSet presAssocID="{2FA1AC03-8EEB-4F91-B489-387ADCC998C8}" presName="linear" presStyleCnt="0">
        <dgm:presLayoutVars>
          <dgm:animLvl val="lvl"/>
          <dgm:resizeHandles val="exact"/>
        </dgm:presLayoutVars>
      </dgm:prSet>
      <dgm:spPr/>
    </dgm:pt>
    <dgm:pt modelId="{CA1F1B67-183A-4B31-8B01-1EA3610AA062}" type="pres">
      <dgm:prSet presAssocID="{D14EDF68-6DC7-4898-A843-EB54A3367A5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2142A62-8A80-4E6E-B1DE-575CA55CE65A}" type="pres">
      <dgm:prSet presAssocID="{D14EDF68-6DC7-4898-A843-EB54A3367A5E}" presName="childText" presStyleLbl="revTx" presStyleIdx="0" presStyleCnt="2">
        <dgm:presLayoutVars>
          <dgm:bulletEnabled val="1"/>
        </dgm:presLayoutVars>
      </dgm:prSet>
      <dgm:spPr/>
    </dgm:pt>
    <dgm:pt modelId="{41F9BFA2-93B6-4FE2-A07A-8E81CAC85F2D}" type="pres">
      <dgm:prSet presAssocID="{29108DB5-AA83-40CC-AA10-67A0073CA2A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2DDD599-9E41-466D-8944-C0026BB18A88}" type="pres">
      <dgm:prSet presAssocID="{29108DB5-AA83-40CC-AA10-67A0073CA2A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7034602-0777-4B42-8DB8-FC9221DF43E7}" srcId="{2FA1AC03-8EEB-4F91-B489-387ADCC998C8}" destId="{D14EDF68-6DC7-4898-A843-EB54A3367A5E}" srcOrd="0" destOrd="0" parTransId="{E0B8345B-860C-46C5-B1B5-C80E4AEB4BA8}" sibTransId="{5D0EA616-EAF4-4BAE-827D-9C4DD6DE4F86}"/>
    <dgm:cxn modelId="{86416502-90AD-43FF-82FB-7023558FCA6A}" srcId="{D14EDF68-6DC7-4898-A843-EB54A3367A5E}" destId="{4AD766BE-50BF-4D68-A0CA-70615A861017}" srcOrd="0" destOrd="0" parTransId="{E50A3D17-4CC5-4238-BA6B-2F22E41019EE}" sibTransId="{5E9B8D61-320B-4D46-ADE9-E01D0B4D007B}"/>
    <dgm:cxn modelId="{27F9BA17-4C63-46C2-A86F-BDDAD85EFEF6}" srcId="{D14EDF68-6DC7-4898-A843-EB54A3367A5E}" destId="{D3E5C11D-CC26-4489-9692-B7EE48D19865}" srcOrd="1" destOrd="0" parTransId="{CF291EB6-B6C9-4A99-98C1-50146D7443CD}" sibTransId="{1D434FA9-0BCE-41F7-9358-0A0C8D081728}"/>
    <dgm:cxn modelId="{E074FD23-ACA2-4531-B488-5C1F7C74D9D9}" type="presOf" srcId="{D14EDF68-6DC7-4898-A843-EB54A3367A5E}" destId="{CA1F1B67-183A-4B31-8B01-1EA3610AA062}" srcOrd="0" destOrd="0" presId="urn:microsoft.com/office/officeart/2005/8/layout/vList2"/>
    <dgm:cxn modelId="{04323F2B-6074-4155-8328-CDD1B6B143BE}" srcId="{29108DB5-AA83-40CC-AA10-67A0073CA2AA}" destId="{8BFE2BCC-C58A-4C3E-B0F1-FCCB207783D3}" srcOrd="1" destOrd="0" parTransId="{890244D5-D134-4861-9820-7F92D6FD2CC6}" sibTransId="{B78D8BD3-0C40-4DD6-A160-2783CB293AD7}"/>
    <dgm:cxn modelId="{A508C856-9F82-4BCB-A48F-7CA1423951C8}" type="presOf" srcId="{945EDE46-C86B-4B6A-B895-DE2A0F31B7AE}" destId="{12DDD599-9E41-466D-8944-C0026BB18A88}" srcOrd="0" destOrd="0" presId="urn:microsoft.com/office/officeart/2005/8/layout/vList2"/>
    <dgm:cxn modelId="{A7DAAA5B-418E-4E3D-AF7D-75D4E1E28897}" type="presOf" srcId="{29108DB5-AA83-40CC-AA10-67A0073CA2AA}" destId="{41F9BFA2-93B6-4FE2-A07A-8E81CAC85F2D}" srcOrd="0" destOrd="0" presId="urn:microsoft.com/office/officeart/2005/8/layout/vList2"/>
    <dgm:cxn modelId="{CF38036F-5FE6-48BB-81EC-B65152D27D48}" srcId="{29108DB5-AA83-40CC-AA10-67A0073CA2AA}" destId="{945EDE46-C86B-4B6A-B895-DE2A0F31B7AE}" srcOrd="0" destOrd="0" parTransId="{1CD84BD2-9986-4D9A-90A6-E90EB170EC1F}" sibTransId="{B50EF22A-B55E-412F-A0D4-40F611810725}"/>
    <dgm:cxn modelId="{35D7258F-A086-4D9E-B53C-CE94B355A29D}" type="presOf" srcId="{8BFE2BCC-C58A-4C3E-B0F1-FCCB207783D3}" destId="{12DDD599-9E41-466D-8944-C0026BB18A88}" srcOrd="0" destOrd="1" presId="urn:microsoft.com/office/officeart/2005/8/layout/vList2"/>
    <dgm:cxn modelId="{C6B1558F-FEB9-4735-ACC7-91D336B34827}" type="presOf" srcId="{2FA1AC03-8EEB-4F91-B489-387ADCC998C8}" destId="{839C5459-BD42-4C22-8E78-970ABC04E627}" srcOrd="0" destOrd="0" presId="urn:microsoft.com/office/officeart/2005/8/layout/vList2"/>
    <dgm:cxn modelId="{991A82BB-97F8-4AD4-B903-CEC2FB2F8F8E}" type="presOf" srcId="{D3E5C11D-CC26-4489-9692-B7EE48D19865}" destId="{02142A62-8A80-4E6E-B1DE-575CA55CE65A}" srcOrd="0" destOrd="1" presId="urn:microsoft.com/office/officeart/2005/8/layout/vList2"/>
    <dgm:cxn modelId="{64B1FFC0-0BFB-4F5A-826B-8736C2CA7CCA}" srcId="{D14EDF68-6DC7-4898-A843-EB54A3367A5E}" destId="{0B5FF20B-E597-4DA3-86A1-32E36753CBFA}" srcOrd="2" destOrd="0" parTransId="{42FE565A-9EFB-4B4F-8AC1-C0B437C51828}" sibTransId="{1C7AD286-998A-4E6B-A178-72D85EDF8B69}"/>
    <dgm:cxn modelId="{973513C1-C9B4-495E-B979-2271D79BE73F}" srcId="{2FA1AC03-8EEB-4F91-B489-387ADCC998C8}" destId="{29108DB5-AA83-40CC-AA10-67A0073CA2AA}" srcOrd="1" destOrd="0" parTransId="{0A184123-D0AE-4FC9-90F6-E96514830DDE}" sibTransId="{555A48E6-44B3-44BD-980F-70512DF17E2F}"/>
    <dgm:cxn modelId="{13EE0ED2-955D-4FC0-8340-EBE748B8295A}" type="presOf" srcId="{4AD766BE-50BF-4D68-A0CA-70615A861017}" destId="{02142A62-8A80-4E6E-B1DE-575CA55CE65A}" srcOrd="0" destOrd="0" presId="urn:microsoft.com/office/officeart/2005/8/layout/vList2"/>
    <dgm:cxn modelId="{673ECDF2-13CF-44E8-B391-A502DA37A780}" type="presOf" srcId="{0B5FF20B-E597-4DA3-86A1-32E36753CBFA}" destId="{02142A62-8A80-4E6E-B1DE-575CA55CE65A}" srcOrd="0" destOrd="2" presId="urn:microsoft.com/office/officeart/2005/8/layout/vList2"/>
    <dgm:cxn modelId="{C65F1DDB-0EE6-435C-BA8A-DCCD48C4000E}" type="presParOf" srcId="{839C5459-BD42-4C22-8E78-970ABC04E627}" destId="{CA1F1B67-183A-4B31-8B01-1EA3610AA062}" srcOrd="0" destOrd="0" presId="urn:microsoft.com/office/officeart/2005/8/layout/vList2"/>
    <dgm:cxn modelId="{A1101026-3567-4377-B888-AF155536EDC3}" type="presParOf" srcId="{839C5459-BD42-4C22-8E78-970ABC04E627}" destId="{02142A62-8A80-4E6E-B1DE-575CA55CE65A}" srcOrd="1" destOrd="0" presId="urn:microsoft.com/office/officeart/2005/8/layout/vList2"/>
    <dgm:cxn modelId="{18AE1700-B36E-499F-BC54-35FF4DE9071F}" type="presParOf" srcId="{839C5459-BD42-4C22-8E78-970ABC04E627}" destId="{41F9BFA2-93B6-4FE2-A07A-8E81CAC85F2D}" srcOrd="2" destOrd="0" presId="urn:microsoft.com/office/officeart/2005/8/layout/vList2"/>
    <dgm:cxn modelId="{4B3F1409-4E30-4CAF-8378-DA84941C401F}" type="presParOf" srcId="{839C5459-BD42-4C22-8E78-970ABC04E627}" destId="{12DDD599-9E41-466D-8944-C0026BB18A8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988C96-60B6-4B7A-9E0A-447FAA951C4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6F1B1A-F197-49E2-9658-58030F841B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 EMR system now has a strong, fully normalized database structure built in Project 1.</a:t>
          </a:r>
          <a:endParaRPr lang="en-US" dirty="0"/>
        </a:p>
      </dgm:t>
    </dgm:pt>
    <dgm:pt modelId="{BB6882C9-E740-49E6-A3B1-C2A3339F6747}" type="parTrans" cxnId="{887FE38C-B496-491D-A474-58506F476293}">
      <dgm:prSet/>
      <dgm:spPr/>
      <dgm:t>
        <a:bodyPr/>
        <a:lstStyle/>
        <a:p>
          <a:endParaRPr lang="en-US"/>
        </a:p>
      </dgm:t>
    </dgm:pt>
    <dgm:pt modelId="{2D56DFC9-432A-40A0-B9FC-3A33A70AA0CC}" type="sibTrans" cxnId="{887FE38C-B496-491D-A474-58506F476293}">
      <dgm:prSet/>
      <dgm:spPr/>
      <dgm:t>
        <a:bodyPr/>
        <a:lstStyle/>
        <a:p>
          <a:endParaRPr lang="en-US"/>
        </a:p>
      </dgm:t>
    </dgm:pt>
    <dgm:pt modelId="{84BCB163-88D7-4C53-8919-6F002A610F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Core healthcare features such as patient records, appointments, prescriptions, lab tests, and billing were successfully implemented.</a:t>
          </a:r>
          <a:endParaRPr lang="en-US" dirty="0"/>
        </a:p>
      </dgm:t>
    </dgm:pt>
    <dgm:pt modelId="{0B34C9A3-D497-43AB-8FBA-1730CBD2D5DE}" type="parTrans" cxnId="{9FACFEA3-BFC7-4EBF-8F43-66654BBD0F4B}">
      <dgm:prSet/>
      <dgm:spPr/>
      <dgm:t>
        <a:bodyPr/>
        <a:lstStyle/>
        <a:p>
          <a:endParaRPr lang="en-US"/>
        </a:p>
      </dgm:t>
    </dgm:pt>
    <dgm:pt modelId="{0FDBE1F9-1F21-4545-A0E4-095ECD9B547D}" type="sibTrans" cxnId="{9FACFEA3-BFC7-4EBF-8F43-66654BBD0F4B}">
      <dgm:prSet/>
      <dgm:spPr/>
      <dgm:t>
        <a:bodyPr/>
        <a:lstStyle/>
        <a:p>
          <a:endParaRPr lang="en-US"/>
        </a:p>
      </dgm:t>
    </dgm:pt>
    <dgm:pt modelId="{BE400E6E-2014-4511-88BF-B3844A35B0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Project 2 enhanced the system with RBAC, secure authentication, audit logs, triggers, views, and indexes.</a:t>
          </a:r>
          <a:endParaRPr lang="en-US" dirty="0"/>
        </a:p>
      </dgm:t>
    </dgm:pt>
    <dgm:pt modelId="{ED28F5E1-D75F-49A6-BB81-3C26A8C985F3}" type="parTrans" cxnId="{91517AA1-C3E5-476F-8EA1-086DC8860DEC}">
      <dgm:prSet/>
      <dgm:spPr/>
      <dgm:t>
        <a:bodyPr/>
        <a:lstStyle/>
        <a:p>
          <a:endParaRPr lang="en-US"/>
        </a:p>
      </dgm:t>
    </dgm:pt>
    <dgm:pt modelId="{9BD05D7C-A6DC-4BF7-BC3E-A79F92C48A93}" type="sibTrans" cxnId="{91517AA1-C3E5-476F-8EA1-086DC8860DEC}">
      <dgm:prSet/>
      <dgm:spPr/>
      <dgm:t>
        <a:bodyPr/>
        <a:lstStyle/>
        <a:p>
          <a:endParaRPr lang="en-US"/>
        </a:p>
      </dgm:t>
    </dgm:pt>
    <dgm:pt modelId="{57CB3D88-00AC-4D0F-8353-23EB79ABE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Together, both phases produced a secure, scalable, and fully auditable EMR database.</a:t>
          </a:r>
          <a:endParaRPr lang="en-US" dirty="0"/>
        </a:p>
      </dgm:t>
    </dgm:pt>
    <dgm:pt modelId="{0F15D258-0FAD-42C3-9CE9-24A0CAC5D3F3}" type="parTrans" cxnId="{4E3B0C0C-5CAE-42DC-8688-46388574CCDC}">
      <dgm:prSet/>
      <dgm:spPr/>
      <dgm:t>
        <a:bodyPr/>
        <a:lstStyle/>
        <a:p>
          <a:endParaRPr lang="en-US"/>
        </a:p>
      </dgm:t>
    </dgm:pt>
    <dgm:pt modelId="{F4000774-14EA-4841-B0B4-D124A527D315}" type="sibTrans" cxnId="{4E3B0C0C-5CAE-42DC-8688-46388574CCDC}">
      <dgm:prSet/>
      <dgm:spPr/>
      <dgm:t>
        <a:bodyPr/>
        <a:lstStyle/>
        <a:p>
          <a:endParaRPr lang="en-US"/>
        </a:p>
      </dgm:t>
    </dgm:pt>
    <dgm:pt modelId="{EBBA0369-DCEF-46BA-8FC0-FDC25CDD89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 final system is reliable, maintainable, and suitable for real-world healthcare use.</a:t>
          </a:r>
          <a:endParaRPr lang="en-US" dirty="0"/>
        </a:p>
      </dgm:t>
    </dgm:pt>
    <dgm:pt modelId="{62D66C30-5F97-4797-BDFF-9EB7FFA3CEFD}" type="parTrans" cxnId="{5E68129D-AA83-4D36-834A-83E03B9DCF48}">
      <dgm:prSet/>
      <dgm:spPr/>
      <dgm:t>
        <a:bodyPr/>
        <a:lstStyle/>
        <a:p>
          <a:endParaRPr lang="en-US"/>
        </a:p>
      </dgm:t>
    </dgm:pt>
    <dgm:pt modelId="{53126443-C0BC-4E63-A6F4-F93014F609EF}" type="sibTrans" cxnId="{5E68129D-AA83-4D36-834A-83E03B9DCF48}">
      <dgm:prSet/>
      <dgm:spPr/>
      <dgm:t>
        <a:bodyPr/>
        <a:lstStyle/>
        <a:p>
          <a:endParaRPr lang="en-US"/>
        </a:p>
      </dgm:t>
    </dgm:pt>
    <dgm:pt modelId="{CBF4E6C8-2B55-4158-A887-735733A5C7A1}" type="pres">
      <dgm:prSet presAssocID="{B2988C96-60B6-4B7A-9E0A-447FAA951C40}" presName="root" presStyleCnt="0">
        <dgm:presLayoutVars>
          <dgm:dir/>
          <dgm:resizeHandles val="exact"/>
        </dgm:presLayoutVars>
      </dgm:prSet>
      <dgm:spPr/>
    </dgm:pt>
    <dgm:pt modelId="{5137D631-D238-490C-9528-6E85973EE588}" type="pres">
      <dgm:prSet presAssocID="{9C6F1B1A-F197-49E2-9658-58030F841BF4}" presName="compNode" presStyleCnt="0"/>
      <dgm:spPr/>
    </dgm:pt>
    <dgm:pt modelId="{1506452C-34F4-43B6-A427-4DA49C42D239}" type="pres">
      <dgm:prSet presAssocID="{9C6F1B1A-F197-49E2-9658-58030F841BF4}" presName="bgRect" presStyleLbl="bgShp" presStyleIdx="0" presStyleCnt="5"/>
      <dgm:spPr/>
    </dgm:pt>
    <dgm:pt modelId="{89F8A95E-974B-411A-939E-3328E79B771A}" type="pres">
      <dgm:prSet presAssocID="{9C6F1B1A-F197-49E2-9658-58030F841BF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AA7318-6147-411C-8473-A4538FBE645B}" type="pres">
      <dgm:prSet presAssocID="{9C6F1B1A-F197-49E2-9658-58030F841BF4}" presName="spaceRect" presStyleCnt="0"/>
      <dgm:spPr/>
    </dgm:pt>
    <dgm:pt modelId="{C788B2DA-D88B-4356-8546-D0944C17B6E4}" type="pres">
      <dgm:prSet presAssocID="{9C6F1B1A-F197-49E2-9658-58030F841BF4}" presName="parTx" presStyleLbl="revTx" presStyleIdx="0" presStyleCnt="5">
        <dgm:presLayoutVars>
          <dgm:chMax val="0"/>
          <dgm:chPref val="0"/>
        </dgm:presLayoutVars>
      </dgm:prSet>
      <dgm:spPr/>
    </dgm:pt>
    <dgm:pt modelId="{AFF2CE54-A787-41CC-8585-88FBB43E0047}" type="pres">
      <dgm:prSet presAssocID="{2D56DFC9-432A-40A0-B9FC-3A33A70AA0CC}" presName="sibTrans" presStyleCnt="0"/>
      <dgm:spPr/>
    </dgm:pt>
    <dgm:pt modelId="{497AB109-451D-4B3A-B12D-571B4AF23A24}" type="pres">
      <dgm:prSet presAssocID="{84BCB163-88D7-4C53-8919-6F002A610F76}" presName="compNode" presStyleCnt="0"/>
      <dgm:spPr/>
    </dgm:pt>
    <dgm:pt modelId="{38561EF2-5523-447E-859B-AF5A47258927}" type="pres">
      <dgm:prSet presAssocID="{84BCB163-88D7-4C53-8919-6F002A610F76}" presName="bgRect" presStyleLbl="bgShp" presStyleIdx="1" presStyleCnt="5"/>
      <dgm:spPr/>
    </dgm:pt>
    <dgm:pt modelId="{2D0842FE-DABA-4B6A-AC0F-BF18683C94EC}" type="pres">
      <dgm:prSet presAssocID="{84BCB163-88D7-4C53-8919-6F002A610F7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0E5DBC66-F113-42DC-939F-C27FFDD73021}" type="pres">
      <dgm:prSet presAssocID="{84BCB163-88D7-4C53-8919-6F002A610F76}" presName="spaceRect" presStyleCnt="0"/>
      <dgm:spPr/>
    </dgm:pt>
    <dgm:pt modelId="{DA0E35F1-AA37-4511-AC27-F7B27F4B07D0}" type="pres">
      <dgm:prSet presAssocID="{84BCB163-88D7-4C53-8919-6F002A610F76}" presName="parTx" presStyleLbl="revTx" presStyleIdx="1" presStyleCnt="5">
        <dgm:presLayoutVars>
          <dgm:chMax val="0"/>
          <dgm:chPref val="0"/>
        </dgm:presLayoutVars>
      </dgm:prSet>
      <dgm:spPr/>
    </dgm:pt>
    <dgm:pt modelId="{B8174C96-2C91-4436-8932-FB19F2D24518}" type="pres">
      <dgm:prSet presAssocID="{0FDBE1F9-1F21-4545-A0E4-095ECD9B547D}" presName="sibTrans" presStyleCnt="0"/>
      <dgm:spPr/>
    </dgm:pt>
    <dgm:pt modelId="{F24FEF7A-0F6B-4474-9360-BB0A7990BBE8}" type="pres">
      <dgm:prSet presAssocID="{BE400E6E-2014-4511-88BF-B3844A35B04C}" presName="compNode" presStyleCnt="0"/>
      <dgm:spPr/>
    </dgm:pt>
    <dgm:pt modelId="{2BF87C36-A850-4591-A986-B8E9A00654B6}" type="pres">
      <dgm:prSet presAssocID="{BE400E6E-2014-4511-88BF-B3844A35B04C}" presName="bgRect" presStyleLbl="bgShp" presStyleIdx="2" presStyleCnt="5"/>
      <dgm:spPr/>
    </dgm:pt>
    <dgm:pt modelId="{F6ACD6BE-2B18-4400-AC95-78C088D40A62}" type="pres">
      <dgm:prSet presAssocID="{BE400E6E-2014-4511-88BF-B3844A35B04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F8082FC-0284-4BC3-B607-CFE72650EA6B}" type="pres">
      <dgm:prSet presAssocID="{BE400E6E-2014-4511-88BF-B3844A35B04C}" presName="spaceRect" presStyleCnt="0"/>
      <dgm:spPr/>
    </dgm:pt>
    <dgm:pt modelId="{5A96BE8F-E370-4521-A93F-3E4CA45F71C3}" type="pres">
      <dgm:prSet presAssocID="{BE400E6E-2014-4511-88BF-B3844A35B04C}" presName="parTx" presStyleLbl="revTx" presStyleIdx="2" presStyleCnt="5">
        <dgm:presLayoutVars>
          <dgm:chMax val="0"/>
          <dgm:chPref val="0"/>
        </dgm:presLayoutVars>
      </dgm:prSet>
      <dgm:spPr/>
    </dgm:pt>
    <dgm:pt modelId="{6978049F-24C0-47BD-9A33-0CF63EEE2FD3}" type="pres">
      <dgm:prSet presAssocID="{9BD05D7C-A6DC-4BF7-BC3E-A79F92C48A93}" presName="sibTrans" presStyleCnt="0"/>
      <dgm:spPr/>
    </dgm:pt>
    <dgm:pt modelId="{360F26C5-BBC2-4BAB-BD77-CE8DC7EE3EDF}" type="pres">
      <dgm:prSet presAssocID="{57CB3D88-00AC-4D0F-8353-23EB79ABEE77}" presName="compNode" presStyleCnt="0"/>
      <dgm:spPr/>
    </dgm:pt>
    <dgm:pt modelId="{A9D1A0C2-1047-4C57-9B6B-4A0B1F1A900D}" type="pres">
      <dgm:prSet presAssocID="{57CB3D88-00AC-4D0F-8353-23EB79ABEE77}" presName="bgRect" presStyleLbl="bgShp" presStyleIdx="3" presStyleCnt="5"/>
      <dgm:spPr/>
    </dgm:pt>
    <dgm:pt modelId="{2B3CCCBD-BD19-4057-BB5E-DAB8F2418D25}" type="pres">
      <dgm:prSet presAssocID="{57CB3D88-00AC-4D0F-8353-23EB79ABEE7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5E0BEEB-764A-491C-8CE0-74A5E3D84362}" type="pres">
      <dgm:prSet presAssocID="{57CB3D88-00AC-4D0F-8353-23EB79ABEE77}" presName="spaceRect" presStyleCnt="0"/>
      <dgm:spPr/>
    </dgm:pt>
    <dgm:pt modelId="{10F331F2-EB7B-47B2-80CE-ED498C158994}" type="pres">
      <dgm:prSet presAssocID="{57CB3D88-00AC-4D0F-8353-23EB79ABEE77}" presName="parTx" presStyleLbl="revTx" presStyleIdx="3" presStyleCnt="5">
        <dgm:presLayoutVars>
          <dgm:chMax val="0"/>
          <dgm:chPref val="0"/>
        </dgm:presLayoutVars>
      </dgm:prSet>
      <dgm:spPr/>
    </dgm:pt>
    <dgm:pt modelId="{CC647FD1-AB8B-4FAC-809C-1FFBC1EF5DA2}" type="pres">
      <dgm:prSet presAssocID="{F4000774-14EA-4841-B0B4-D124A527D315}" presName="sibTrans" presStyleCnt="0"/>
      <dgm:spPr/>
    </dgm:pt>
    <dgm:pt modelId="{F8516598-5DF3-4388-88FD-45940B552460}" type="pres">
      <dgm:prSet presAssocID="{EBBA0369-DCEF-46BA-8FC0-FDC25CDD8979}" presName="compNode" presStyleCnt="0"/>
      <dgm:spPr/>
    </dgm:pt>
    <dgm:pt modelId="{2C19F53F-9AD4-4F89-B1A4-6059E125EEF0}" type="pres">
      <dgm:prSet presAssocID="{EBBA0369-DCEF-46BA-8FC0-FDC25CDD8979}" presName="bgRect" presStyleLbl="bgShp" presStyleIdx="4" presStyleCnt="5"/>
      <dgm:spPr/>
    </dgm:pt>
    <dgm:pt modelId="{EFEA2D1D-CF85-4C2E-9346-E44697CEB9E2}" type="pres">
      <dgm:prSet presAssocID="{EBBA0369-DCEF-46BA-8FC0-FDC25CDD897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1936315-4D3C-4349-A652-D03124DAB300}" type="pres">
      <dgm:prSet presAssocID="{EBBA0369-DCEF-46BA-8FC0-FDC25CDD8979}" presName="spaceRect" presStyleCnt="0"/>
      <dgm:spPr/>
    </dgm:pt>
    <dgm:pt modelId="{CFC0E782-214E-4A46-9EF1-79A2E330B0E9}" type="pres">
      <dgm:prSet presAssocID="{EBBA0369-DCEF-46BA-8FC0-FDC25CDD897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E3B0C0C-5CAE-42DC-8688-46388574CCDC}" srcId="{B2988C96-60B6-4B7A-9E0A-447FAA951C40}" destId="{57CB3D88-00AC-4D0F-8353-23EB79ABEE77}" srcOrd="3" destOrd="0" parTransId="{0F15D258-0FAD-42C3-9CE9-24A0CAC5D3F3}" sibTransId="{F4000774-14EA-4841-B0B4-D124A527D315}"/>
    <dgm:cxn modelId="{B84F9168-E5E3-41FC-8666-1448799CDCBF}" type="presOf" srcId="{57CB3D88-00AC-4D0F-8353-23EB79ABEE77}" destId="{10F331F2-EB7B-47B2-80CE-ED498C158994}" srcOrd="0" destOrd="0" presId="urn:microsoft.com/office/officeart/2018/2/layout/IconVerticalSolidList"/>
    <dgm:cxn modelId="{C19DF685-A578-40B3-AE09-1B2E7587DE52}" type="presOf" srcId="{B2988C96-60B6-4B7A-9E0A-447FAA951C40}" destId="{CBF4E6C8-2B55-4158-A887-735733A5C7A1}" srcOrd="0" destOrd="0" presId="urn:microsoft.com/office/officeart/2018/2/layout/IconVerticalSolidList"/>
    <dgm:cxn modelId="{887FE38C-B496-491D-A474-58506F476293}" srcId="{B2988C96-60B6-4B7A-9E0A-447FAA951C40}" destId="{9C6F1B1A-F197-49E2-9658-58030F841BF4}" srcOrd="0" destOrd="0" parTransId="{BB6882C9-E740-49E6-A3B1-C2A3339F6747}" sibTransId="{2D56DFC9-432A-40A0-B9FC-3A33A70AA0CC}"/>
    <dgm:cxn modelId="{5E68129D-AA83-4D36-834A-83E03B9DCF48}" srcId="{B2988C96-60B6-4B7A-9E0A-447FAA951C40}" destId="{EBBA0369-DCEF-46BA-8FC0-FDC25CDD8979}" srcOrd="4" destOrd="0" parTransId="{62D66C30-5F97-4797-BDFF-9EB7FFA3CEFD}" sibTransId="{53126443-C0BC-4E63-A6F4-F93014F609EF}"/>
    <dgm:cxn modelId="{91517AA1-C3E5-476F-8EA1-086DC8860DEC}" srcId="{B2988C96-60B6-4B7A-9E0A-447FAA951C40}" destId="{BE400E6E-2014-4511-88BF-B3844A35B04C}" srcOrd="2" destOrd="0" parTransId="{ED28F5E1-D75F-49A6-BB81-3C26A8C985F3}" sibTransId="{9BD05D7C-A6DC-4BF7-BC3E-A79F92C48A93}"/>
    <dgm:cxn modelId="{9FACFEA3-BFC7-4EBF-8F43-66654BBD0F4B}" srcId="{B2988C96-60B6-4B7A-9E0A-447FAA951C40}" destId="{84BCB163-88D7-4C53-8919-6F002A610F76}" srcOrd="1" destOrd="0" parTransId="{0B34C9A3-D497-43AB-8FBA-1730CBD2D5DE}" sibTransId="{0FDBE1F9-1F21-4545-A0E4-095ECD9B547D}"/>
    <dgm:cxn modelId="{F1C1ACA6-E114-4BC3-A127-8CB87724B4B8}" type="presOf" srcId="{EBBA0369-DCEF-46BA-8FC0-FDC25CDD8979}" destId="{CFC0E782-214E-4A46-9EF1-79A2E330B0E9}" srcOrd="0" destOrd="0" presId="urn:microsoft.com/office/officeart/2018/2/layout/IconVerticalSolidList"/>
    <dgm:cxn modelId="{439B53B9-9D5F-4DF7-BE72-F471268E1F79}" type="presOf" srcId="{BE400E6E-2014-4511-88BF-B3844A35B04C}" destId="{5A96BE8F-E370-4521-A93F-3E4CA45F71C3}" srcOrd="0" destOrd="0" presId="urn:microsoft.com/office/officeart/2018/2/layout/IconVerticalSolidList"/>
    <dgm:cxn modelId="{E7C2C3BB-6AAF-4E4F-ABCC-699C31E99BBA}" type="presOf" srcId="{9C6F1B1A-F197-49E2-9658-58030F841BF4}" destId="{C788B2DA-D88B-4356-8546-D0944C17B6E4}" srcOrd="0" destOrd="0" presId="urn:microsoft.com/office/officeart/2018/2/layout/IconVerticalSolidList"/>
    <dgm:cxn modelId="{C29C41EB-4175-4039-BD44-CEF8AB712CDE}" type="presOf" srcId="{84BCB163-88D7-4C53-8919-6F002A610F76}" destId="{DA0E35F1-AA37-4511-AC27-F7B27F4B07D0}" srcOrd="0" destOrd="0" presId="urn:microsoft.com/office/officeart/2018/2/layout/IconVerticalSolidList"/>
    <dgm:cxn modelId="{3DC4F5D7-6BB4-4856-98BA-B92B262AF447}" type="presParOf" srcId="{CBF4E6C8-2B55-4158-A887-735733A5C7A1}" destId="{5137D631-D238-490C-9528-6E85973EE588}" srcOrd="0" destOrd="0" presId="urn:microsoft.com/office/officeart/2018/2/layout/IconVerticalSolidList"/>
    <dgm:cxn modelId="{7BFACD1F-6CDC-4C7D-A3D7-5DED52320ED2}" type="presParOf" srcId="{5137D631-D238-490C-9528-6E85973EE588}" destId="{1506452C-34F4-43B6-A427-4DA49C42D239}" srcOrd="0" destOrd="0" presId="urn:microsoft.com/office/officeart/2018/2/layout/IconVerticalSolidList"/>
    <dgm:cxn modelId="{6368B7D3-B26E-4167-8D83-2F47552C747D}" type="presParOf" srcId="{5137D631-D238-490C-9528-6E85973EE588}" destId="{89F8A95E-974B-411A-939E-3328E79B771A}" srcOrd="1" destOrd="0" presId="urn:microsoft.com/office/officeart/2018/2/layout/IconVerticalSolidList"/>
    <dgm:cxn modelId="{53ED970E-44A3-4099-8114-6D048662F70E}" type="presParOf" srcId="{5137D631-D238-490C-9528-6E85973EE588}" destId="{A6AA7318-6147-411C-8473-A4538FBE645B}" srcOrd="2" destOrd="0" presId="urn:microsoft.com/office/officeart/2018/2/layout/IconVerticalSolidList"/>
    <dgm:cxn modelId="{310C99D6-7E52-4E5C-881D-F19CCD45D590}" type="presParOf" srcId="{5137D631-D238-490C-9528-6E85973EE588}" destId="{C788B2DA-D88B-4356-8546-D0944C17B6E4}" srcOrd="3" destOrd="0" presId="urn:microsoft.com/office/officeart/2018/2/layout/IconVerticalSolidList"/>
    <dgm:cxn modelId="{A2AEED8A-05E2-4B2D-B283-1EE3B44F6D6B}" type="presParOf" srcId="{CBF4E6C8-2B55-4158-A887-735733A5C7A1}" destId="{AFF2CE54-A787-41CC-8585-88FBB43E0047}" srcOrd="1" destOrd="0" presId="urn:microsoft.com/office/officeart/2018/2/layout/IconVerticalSolidList"/>
    <dgm:cxn modelId="{8E0B706E-2F54-49C6-8965-DD0346A1F161}" type="presParOf" srcId="{CBF4E6C8-2B55-4158-A887-735733A5C7A1}" destId="{497AB109-451D-4B3A-B12D-571B4AF23A24}" srcOrd="2" destOrd="0" presId="urn:microsoft.com/office/officeart/2018/2/layout/IconVerticalSolidList"/>
    <dgm:cxn modelId="{3785325E-1FCB-4E81-941A-43597F75CD53}" type="presParOf" srcId="{497AB109-451D-4B3A-B12D-571B4AF23A24}" destId="{38561EF2-5523-447E-859B-AF5A47258927}" srcOrd="0" destOrd="0" presId="urn:microsoft.com/office/officeart/2018/2/layout/IconVerticalSolidList"/>
    <dgm:cxn modelId="{319B2642-6F72-48BE-987E-F54772663C6F}" type="presParOf" srcId="{497AB109-451D-4B3A-B12D-571B4AF23A24}" destId="{2D0842FE-DABA-4B6A-AC0F-BF18683C94EC}" srcOrd="1" destOrd="0" presId="urn:microsoft.com/office/officeart/2018/2/layout/IconVerticalSolidList"/>
    <dgm:cxn modelId="{B90EAEFD-C51B-4953-B507-47F454A76EE8}" type="presParOf" srcId="{497AB109-451D-4B3A-B12D-571B4AF23A24}" destId="{0E5DBC66-F113-42DC-939F-C27FFDD73021}" srcOrd="2" destOrd="0" presId="urn:microsoft.com/office/officeart/2018/2/layout/IconVerticalSolidList"/>
    <dgm:cxn modelId="{D25E9741-1C3A-44D7-AD79-92AC5A7E1CFF}" type="presParOf" srcId="{497AB109-451D-4B3A-B12D-571B4AF23A24}" destId="{DA0E35F1-AA37-4511-AC27-F7B27F4B07D0}" srcOrd="3" destOrd="0" presId="urn:microsoft.com/office/officeart/2018/2/layout/IconVerticalSolidList"/>
    <dgm:cxn modelId="{6510F9C0-C8E5-44C4-AE98-F46B45E5C6DD}" type="presParOf" srcId="{CBF4E6C8-2B55-4158-A887-735733A5C7A1}" destId="{B8174C96-2C91-4436-8932-FB19F2D24518}" srcOrd="3" destOrd="0" presId="urn:microsoft.com/office/officeart/2018/2/layout/IconVerticalSolidList"/>
    <dgm:cxn modelId="{89E3ECE7-0D1D-473F-B0AA-CED836B83347}" type="presParOf" srcId="{CBF4E6C8-2B55-4158-A887-735733A5C7A1}" destId="{F24FEF7A-0F6B-4474-9360-BB0A7990BBE8}" srcOrd="4" destOrd="0" presId="urn:microsoft.com/office/officeart/2018/2/layout/IconVerticalSolidList"/>
    <dgm:cxn modelId="{671CF166-DC6A-479C-8C7B-8B1A69889346}" type="presParOf" srcId="{F24FEF7A-0F6B-4474-9360-BB0A7990BBE8}" destId="{2BF87C36-A850-4591-A986-B8E9A00654B6}" srcOrd="0" destOrd="0" presId="urn:microsoft.com/office/officeart/2018/2/layout/IconVerticalSolidList"/>
    <dgm:cxn modelId="{9C8B0FFB-C709-472A-B85F-BAECF82E3B65}" type="presParOf" srcId="{F24FEF7A-0F6B-4474-9360-BB0A7990BBE8}" destId="{F6ACD6BE-2B18-4400-AC95-78C088D40A62}" srcOrd="1" destOrd="0" presId="urn:microsoft.com/office/officeart/2018/2/layout/IconVerticalSolidList"/>
    <dgm:cxn modelId="{3C601FE6-3DA8-4A1B-AE7A-7755A70400FE}" type="presParOf" srcId="{F24FEF7A-0F6B-4474-9360-BB0A7990BBE8}" destId="{6F8082FC-0284-4BC3-B607-CFE72650EA6B}" srcOrd="2" destOrd="0" presId="urn:microsoft.com/office/officeart/2018/2/layout/IconVerticalSolidList"/>
    <dgm:cxn modelId="{6C65B54A-7613-4223-99D0-52C1D150BCC9}" type="presParOf" srcId="{F24FEF7A-0F6B-4474-9360-BB0A7990BBE8}" destId="{5A96BE8F-E370-4521-A93F-3E4CA45F71C3}" srcOrd="3" destOrd="0" presId="urn:microsoft.com/office/officeart/2018/2/layout/IconVerticalSolidList"/>
    <dgm:cxn modelId="{2FB8910A-134E-4936-9A85-2CE3AD81103D}" type="presParOf" srcId="{CBF4E6C8-2B55-4158-A887-735733A5C7A1}" destId="{6978049F-24C0-47BD-9A33-0CF63EEE2FD3}" srcOrd="5" destOrd="0" presId="urn:microsoft.com/office/officeart/2018/2/layout/IconVerticalSolidList"/>
    <dgm:cxn modelId="{D304025F-1DE3-4E74-B5CF-4A9A1A6D3FE9}" type="presParOf" srcId="{CBF4E6C8-2B55-4158-A887-735733A5C7A1}" destId="{360F26C5-BBC2-4BAB-BD77-CE8DC7EE3EDF}" srcOrd="6" destOrd="0" presId="urn:microsoft.com/office/officeart/2018/2/layout/IconVerticalSolidList"/>
    <dgm:cxn modelId="{9C79F46E-C8E5-4C14-A2B5-493CAB637CE0}" type="presParOf" srcId="{360F26C5-BBC2-4BAB-BD77-CE8DC7EE3EDF}" destId="{A9D1A0C2-1047-4C57-9B6B-4A0B1F1A900D}" srcOrd="0" destOrd="0" presId="urn:microsoft.com/office/officeart/2018/2/layout/IconVerticalSolidList"/>
    <dgm:cxn modelId="{465C85EB-FFCC-4D72-8CA4-D147BC32EDCC}" type="presParOf" srcId="{360F26C5-BBC2-4BAB-BD77-CE8DC7EE3EDF}" destId="{2B3CCCBD-BD19-4057-BB5E-DAB8F2418D25}" srcOrd="1" destOrd="0" presId="urn:microsoft.com/office/officeart/2018/2/layout/IconVerticalSolidList"/>
    <dgm:cxn modelId="{355D3ACB-2909-4172-AB35-55C2D1AF9FA7}" type="presParOf" srcId="{360F26C5-BBC2-4BAB-BD77-CE8DC7EE3EDF}" destId="{05E0BEEB-764A-491C-8CE0-74A5E3D84362}" srcOrd="2" destOrd="0" presId="urn:microsoft.com/office/officeart/2018/2/layout/IconVerticalSolidList"/>
    <dgm:cxn modelId="{86C22452-CFEF-48A2-B029-CDAB729C39AB}" type="presParOf" srcId="{360F26C5-BBC2-4BAB-BD77-CE8DC7EE3EDF}" destId="{10F331F2-EB7B-47B2-80CE-ED498C158994}" srcOrd="3" destOrd="0" presId="urn:microsoft.com/office/officeart/2018/2/layout/IconVerticalSolidList"/>
    <dgm:cxn modelId="{7ED89601-75A0-4A3B-8F16-3B9CE29EE4B1}" type="presParOf" srcId="{CBF4E6C8-2B55-4158-A887-735733A5C7A1}" destId="{CC647FD1-AB8B-4FAC-809C-1FFBC1EF5DA2}" srcOrd="7" destOrd="0" presId="urn:microsoft.com/office/officeart/2018/2/layout/IconVerticalSolidList"/>
    <dgm:cxn modelId="{B03A8D70-9C1B-46B5-9195-B118F6686F0A}" type="presParOf" srcId="{CBF4E6C8-2B55-4158-A887-735733A5C7A1}" destId="{F8516598-5DF3-4388-88FD-45940B552460}" srcOrd="8" destOrd="0" presId="urn:microsoft.com/office/officeart/2018/2/layout/IconVerticalSolidList"/>
    <dgm:cxn modelId="{068FEA5C-E921-4D38-8AE1-EC0FF8BA0B27}" type="presParOf" srcId="{F8516598-5DF3-4388-88FD-45940B552460}" destId="{2C19F53F-9AD4-4F89-B1A4-6059E125EEF0}" srcOrd="0" destOrd="0" presId="urn:microsoft.com/office/officeart/2018/2/layout/IconVerticalSolidList"/>
    <dgm:cxn modelId="{FFA3B73C-4BF1-4371-948F-4C5748A0E201}" type="presParOf" srcId="{F8516598-5DF3-4388-88FD-45940B552460}" destId="{EFEA2D1D-CF85-4C2E-9346-E44697CEB9E2}" srcOrd="1" destOrd="0" presId="urn:microsoft.com/office/officeart/2018/2/layout/IconVerticalSolidList"/>
    <dgm:cxn modelId="{971101E1-D18F-4D33-9212-37388D634C1D}" type="presParOf" srcId="{F8516598-5DF3-4388-88FD-45940B552460}" destId="{D1936315-4D3C-4349-A652-D03124DAB300}" srcOrd="2" destOrd="0" presId="urn:microsoft.com/office/officeart/2018/2/layout/IconVerticalSolidList"/>
    <dgm:cxn modelId="{32E16213-CF85-49AA-8F95-186081E2A495}" type="presParOf" srcId="{F8516598-5DF3-4388-88FD-45940B552460}" destId="{CFC0E782-214E-4A46-9EF1-79A2E330B0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F5A0F-0FB3-4F9B-88BE-35BA250D55D8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F6AD5-FF6F-495F-BFA8-EA5AF5B00E8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A17CF-65B8-4B6A-A46A-4056CDC99E74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UML Model now includes user access components: Roles, Permissions, User_Role.</a:t>
          </a:r>
          <a:endParaRPr lang="en-US" sz="1800" kern="1200"/>
        </a:p>
      </dsp:txBody>
      <dsp:txXfrm>
        <a:off x="1339618" y="2288"/>
        <a:ext cx="3433549" cy="1159843"/>
      </dsp:txXfrm>
    </dsp:sp>
    <dsp:sp modelId="{3B583163-595D-44AC-9A23-722188BF435F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F60C6-2B70-4DDC-B2FD-059CBA1C69F6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266FD-739B-4169-AD79-2701AC882555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Logging components added: Audit_Log and Login_History.</a:t>
          </a:r>
          <a:endParaRPr lang="en-US" sz="1800" kern="1200"/>
        </a:p>
      </dsp:txBody>
      <dsp:txXfrm>
        <a:off x="1339618" y="1452092"/>
        <a:ext cx="3433549" cy="1159843"/>
      </dsp:txXfrm>
    </dsp:sp>
    <dsp:sp modelId="{F3998392-3154-41B8-B7B9-8D297D3373AC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922E5-1519-44DA-A527-AE79B247709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A65CF-49B9-4196-9EDB-FAD01B89AD4B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Reflects separation between user management, security, and clinical data.</a:t>
          </a:r>
          <a:endParaRPr lang="en-US" sz="1800" kern="1200"/>
        </a:p>
      </dsp:txBody>
      <dsp:txXfrm>
        <a:off x="1339618" y="2901896"/>
        <a:ext cx="3433549" cy="1159843"/>
      </dsp:txXfrm>
    </dsp:sp>
    <dsp:sp modelId="{2A53C4BE-B079-4598-B3D1-B0EDF30A6F7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C29C1-8F85-4121-92B9-79F20DB4AF0A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FE597-7018-4D34-A7D5-1A3888584886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Clear mapping of entities used for authentication, authorization, and auditing.</a:t>
          </a:r>
          <a:endParaRPr lang="en-US" sz="1800" kern="1200"/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8F6D3-59C2-406F-9F38-2F311AF4A3F8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90F7C-E61E-4E6F-91FA-EA5EFC1A672C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Implemented secure login using hashed passwords.</a:t>
          </a:r>
        </a:p>
      </dsp:txBody>
      <dsp:txXfrm>
        <a:off x="2479673" y="478140"/>
        <a:ext cx="1475545" cy="1475545"/>
      </dsp:txXfrm>
    </dsp:sp>
    <dsp:sp modelId="{35715591-A41B-439E-A804-1E6133A3BD3C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Login_History records successful and failed attempts.</a:t>
          </a:r>
        </a:p>
      </dsp:txBody>
      <dsp:txXfrm>
        <a:off x="4240651" y="478140"/>
        <a:ext cx="1475545" cy="1475545"/>
      </dsp:txXfrm>
    </dsp:sp>
    <dsp:sp modelId="{C6217A52-7BFB-40CE-9AD4-75684F5D0D02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API validates user identity before allowing access.</a:t>
          </a:r>
        </a:p>
      </dsp:txBody>
      <dsp:txXfrm>
        <a:off x="2479673" y="2239118"/>
        <a:ext cx="1475545" cy="1475545"/>
      </dsp:txXfrm>
    </dsp:sp>
    <dsp:sp modelId="{D524E449-8D33-4B87-8F4E-35D4279381FC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system monitoring and detecting unusual activity.</a:t>
          </a:r>
        </a:p>
      </dsp:txBody>
      <dsp:txXfrm>
        <a:off x="4240651" y="2239118"/>
        <a:ext cx="1475545" cy="147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46FC2-E71A-4A9E-B9E9-3C3181A18DA8}">
      <dsp:nvSpPr>
        <dsp:cNvPr id="0" name=""/>
        <dsp:cNvSpPr/>
      </dsp:nvSpPr>
      <dsp:spPr>
        <a:xfrm>
          <a:off x="40" y="28745"/>
          <a:ext cx="3829808" cy="7496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Views added to simplify access:</a:t>
          </a:r>
          <a:endParaRPr lang="en-US" sz="2100" kern="1200" dirty="0"/>
        </a:p>
      </dsp:txBody>
      <dsp:txXfrm>
        <a:off x="40" y="28745"/>
        <a:ext cx="3829808" cy="749663"/>
      </dsp:txXfrm>
    </dsp:sp>
    <dsp:sp modelId="{12CFCCAC-F4A0-4F68-ADB1-B174E3BB9745}">
      <dsp:nvSpPr>
        <dsp:cNvPr id="0" name=""/>
        <dsp:cNvSpPr/>
      </dsp:nvSpPr>
      <dsp:spPr>
        <a:xfrm>
          <a:off x="40" y="778409"/>
          <a:ext cx="3829808" cy="28822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vw_user_permissions</a:t>
          </a:r>
          <a:r>
            <a:rPr lang="en-US" sz="2100" kern="1200" dirty="0"/>
            <a:t> — returns assigned roles + permissions per user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vw_doctorAppointments</a:t>
          </a:r>
          <a:r>
            <a:rPr lang="en-US" sz="2100" kern="1200" dirty="0"/>
            <a:t> — summarized appointment lists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 err="1"/>
            <a:t>vw_patientSummary</a:t>
          </a:r>
          <a:r>
            <a:rPr lang="en-US" sz="2100" kern="1200" dirty="0"/>
            <a:t> — safe patient details without sensitive info</a:t>
          </a:r>
        </a:p>
      </dsp:txBody>
      <dsp:txXfrm>
        <a:off x="40" y="778409"/>
        <a:ext cx="3829808" cy="2882250"/>
      </dsp:txXfrm>
    </dsp:sp>
    <dsp:sp modelId="{C9331674-74F2-4419-9617-CC8D91AA8251}">
      <dsp:nvSpPr>
        <dsp:cNvPr id="0" name=""/>
        <dsp:cNvSpPr/>
      </dsp:nvSpPr>
      <dsp:spPr>
        <a:xfrm>
          <a:off x="4366022" y="28745"/>
          <a:ext cx="3829808" cy="74966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Benefits:</a:t>
          </a:r>
          <a:endParaRPr lang="en-US" sz="2100" kern="1200" dirty="0"/>
        </a:p>
      </dsp:txBody>
      <dsp:txXfrm>
        <a:off x="4366022" y="28745"/>
        <a:ext cx="3829808" cy="749663"/>
      </dsp:txXfrm>
    </dsp:sp>
    <dsp:sp modelId="{C45345B2-58BE-41E6-AC6D-49E25D3BA488}">
      <dsp:nvSpPr>
        <dsp:cNvPr id="0" name=""/>
        <dsp:cNvSpPr/>
      </dsp:nvSpPr>
      <dsp:spPr>
        <a:xfrm>
          <a:off x="4366022" y="778409"/>
          <a:ext cx="3829808" cy="2882250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Improves query readability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Supports security by limiting column exposure</a:t>
          </a:r>
        </a:p>
      </dsp:txBody>
      <dsp:txXfrm>
        <a:off x="4366022" y="778409"/>
        <a:ext cx="3829808" cy="2882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135DBD-02BF-4F52-97E0-0976AD68D46B}">
      <dsp:nvSpPr>
        <dsp:cNvPr id="0" name=""/>
        <dsp:cNvSpPr/>
      </dsp:nvSpPr>
      <dsp:spPr>
        <a:xfrm>
          <a:off x="0" y="350252"/>
          <a:ext cx="8195871" cy="1587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091" tIns="374904" rIns="63609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Username (faster authentication lookups)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Appointment date (quicker scheduling queries)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Audit log user actions (faster log search)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Permission mappings (faster RBAC checks)</a:t>
          </a:r>
          <a:endParaRPr lang="en-US" sz="1800" kern="1200"/>
        </a:p>
      </dsp:txBody>
      <dsp:txXfrm>
        <a:off x="0" y="350252"/>
        <a:ext cx="8195871" cy="1587599"/>
      </dsp:txXfrm>
    </dsp:sp>
    <dsp:sp modelId="{D3FACB69-3870-4176-976C-4C80F1244903}">
      <dsp:nvSpPr>
        <dsp:cNvPr id="0" name=""/>
        <dsp:cNvSpPr/>
      </dsp:nvSpPr>
      <dsp:spPr>
        <a:xfrm>
          <a:off x="409793" y="84572"/>
          <a:ext cx="5737109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Indexes were created on:</a:t>
          </a:r>
          <a:endParaRPr lang="en-US" sz="1800" kern="1200"/>
        </a:p>
      </dsp:txBody>
      <dsp:txXfrm>
        <a:off x="435732" y="110511"/>
        <a:ext cx="5685231" cy="479482"/>
      </dsp:txXfrm>
    </dsp:sp>
    <dsp:sp modelId="{8C80EA3A-2421-4422-B028-48522D3E918D}">
      <dsp:nvSpPr>
        <dsp:cNvPr id="0" name=""/>
        <dsp:cNvSpPr/>
      </dsp:nvSpPr>
      <dsp:spPr>
        <a:xfrm>
          <a:off x="0" y="2300732"/>
          <a:ext cx="8195871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091" tIns="374904" rIns="63609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Shorter query time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Better scalability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Improved system responsiveness</a:t>
          </a:r>
          <a:endParaRPr lang="en-US" sz="1800" kern="1200"/>
        </a:p>
      </dsp:txBody>
      <dsp:txXfrm>
        <a:off x="0" y="2300732"/>
        <a:ext cx="8195871" cy="1304100"/>
      </dsp:txXfrm>
    </dsp:sp>
    <dsp:sp modelId="{1FEEF503-6E13-41C0-95AC-9040F5919AD7}">
      <dsp:nvSpPr>
        <dsp:cNvPr id="0" name=""/>
        <dsp:cNvSpPr/>
      </dsp:nvSpPr>
      <dsp:spPr>
        <a:xfrm>
          <a:off x="409793" y="2035052"/>
          <a:ext cx="5737109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Impact:</a:t>
          </a:r>
          <a:endParaRPr lang="en-US" sz="1800" kern="1200"/>
        </a:p>
      </dsp:txBody>
      <dsp:txXfrm>
        <a:off x="435732" y="2060991"/>
        <a:ext cx="5685231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F1B67-183A-4B31-8B01-1EA3610AA062}">
      <dsp:nvSpPr>
        <dsp:cNvPr id="0" name=""/>
        <dsp:cNvSpPr/>
      </dsp:nvSpPr>
      <dsp:spPr>
        <a:xfrm>
          <a:off x="0" y="48189"/>
          <a:ext cx="8195871" cy="702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Triggers configured to track:</a:t>
          </a:r>
          <a:endParaRPr lang="en-US" sz="3000" kern="1200"/>
        </a:p>
      </dsp:txBody>
      <dsp:txXfrm>
        <a:off x="34269" y="82458"/>
        <a:ext cx="8127333" cy="633462"/>
      </dsp:txXfrm>
    </dsp:sp>
    <dsp:sp modelId="{02142A62-8A80-4E6E-B1DE-575CA55CE65A}">
      <dsp:nvSpPr>
        <dsp:cNvPr id="0" name=""/>
        <dsp:cNvSpPr/>
      </dsp:nvSpPr>
      <dsp:spPr>
        <a:xfrm>
          <a:off x="0" y="750189"/>
          <a:ext cx="8195871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INSERT, UPDATE, DELETE operations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Automatically write audit entries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Capture user ID, timestamp, operation type, and table name</a:t>
          </a:r>
        </a:p>
      </dsp:txBody>
      <dsp:txXfrm>
        <a:off x="0" y="750189"/>
        <a:ext cx="8195871" cy="1428300"/>
      </dsp:txXfrm>
    </dsp:sp>
    <dsp:sp modelId="{41F9BFA2-93B6-4FE2-A07A-8E81CAC85F2D}">
      <dsp:nvSpPr>
        <dsp:cNvPr id="0" name=""/>
        <dsp:cNvSpPr/>
      </dsp:nvSpPr>
      <dsp:spPr>
        <a:xfrm>
          <a:off x="0" y="2178490"/>
          <a:ext cx="8195871" cy="70200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Purpose:</a:t>
          </a:r>
          <a:endParaRPr lang="en-US" sz="3000" kern="1200"/>
        </a:p>
      </dsp:txBody>
      <dsp:txXfrm>
        <a:off x="34269" y="2212759"/>
        <a:ext cx="8127333" cy="633462"/>
      </dsp:txXfrm>
    </dsp:sp>
    <dsp:sp modelId="{12DDD599-9E41-466D-8944-C0026BB18A88}">
      <dsp:nvSpPr>
        <dsp:cNvPr id="0" name=""/>
        <dsp:cNvSpPr/>
      </dsp:nvSpPr>
      <dsp:spPr>
        <a:xfrm>
          <a:off x="0" y="2880490"/>
          <a:ext cx="8195871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Provides accountability for all database activity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Meets healthcare compliance and security requirements</a:t>
          </a:r>
        </a:p>
      </dsp:txBody>
      <dsp:txXfrm>
        <a:off x="0" y="2880490"/>
        <a:ext cx="8195871" cy="760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6452C-34F4-43B6-A427-4DA49C42D239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8A95E-974B-411A-939E-3328E79B771A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8B2DA-D88B-4356-8546-D0944C17B6E4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The EMR system now has a strong, fully normalized database structure built in Project 1.</a:t>
          </a:r>
          <a:endParaRPr lang="en-US" sz="1900" kern="1200" dirty="0"/>
        </a:p>
      </dsp:txBody>
      <dsp:txXfrm>
        <a:off x="869886" y="3535"/>
        <a:ext cx="7359713" cy="753148"/>
      </dsp:txXfrm>
    </dsp:sp>
    <dsp:sp modelId="{38561EF2-5523-447E-859B-AF5A47258927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842FE-DABA-4B6A-AC0F-BF18683C94EC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E35F1-AA37-4511-AC27-F7B27F4B07D0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Core healthcare features such as patient records, appointments, prescriptions, lab tests, and billing were successfully implemented.</a:t>
          </a:r>
          <a:endParaRPr lang="en-US" sz="1900" kern="1200" dirty="0"/>
        </a:p>
      </dsp:txBody>
      <dsp:txXfrm>
        <a:off x="869886" y="944971"/>
        <a:ext cx="7359713" cy="753148"/>
      </dsp:txXfrm>
    </dsp:sp>
    <dsp:sp modelId="{2BF87C36-A850-4591-A986-B8E9A00654B6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CD6BE-2B18-4400-AC95-78C088D40A62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6BE8F-E370-4521-A93F-3E4CA45F71C3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Project 2 enhanced the system with RBAC, secure authentication, audit logs, triggers, views, and indexes.</a:t>
          </a:r>
          <a:endParaRPr lang="en-US" sz="1900" kern="1200" dirty="0"/>
        </a:p>
      </dsp:txBody>
      <dsp:txXfrm>
        <a:off x="869886" y="1886407"/>
        <a:ext cx="7359713" cy="753148"/>
      </dsp:txXfrm>
    </dsp:sp>
    <dsp:sp modelId="{A9D1A0C2-1047-4C57-9B6B-4A0B1F1A900D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CCCBD-BD19-4057-BB5E-DAB8F2418D25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331F2-EB7B-47B2-80CE-ED498C158994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Together, both phases produced a secure, scalable, and fully auditable EMR database.</a:t>
          </a:r>
          <a:endParaRPr lang="en-US" sz="1900" kern="1200" dirty="0"/>
        </a:p>
      </dsp:txBody>
      <dsp:txXfrm>
        <a:off x="869886" y="2827842"/>
        <a:ext cx="7359713" cy="753148"/>
      </dsp:txXfrm>
    </dsp:sp>
    <dsp:sp modelId="{2C19F53F-9AD4-4F89-B1A4-6059E125EEF0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A2D1D-CF85-4C2E-9346-E44697CEB9E2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0E782-214E-4A46-9EF1-79A2E330B0E9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The final system is reliable, maintainable, and suitable for real-world healthcare use.</a:t>
          </a:r>
          <a:endParaRPr lang="en-US" sz="1900" kern="1200" dirty="0"/>
        </a:p>
      </dsp:txBody>
      <dsp:txXfrm>
        <a:off x="869886" y="3769278"/>
        <a:ext cx="7359713" cy="753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ealthcare-emr-system.vercel.app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8290FF-6277-6D38-20C0-23AEFEA68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583" y="155399"/>
            <a:ext cx="6945979" cy="164150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Electronic Medical Record (EMR) Database System- Project 2</a:t>
            </a:r>
            <a:endParaRPr lang="en-IN" sz="4200" dirty="0">
              <a:solidFill>
                <a:srgbClr val="FFFFFF"/>
              </a:solidFill>
            </a:endParaRPr>
          </a:p>
        </p:txBody>
      </p:sp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2512475719"/>
              </p:ext>
            </p:extLst>
          </p:nvPr>
        </p:nvGraphicFramePr>
        <p:xfrm>
          <a:off x="584791" y="2185759"/>
          <a:ext cx="8213762" cy="4023900"/>
        </p:xfrm>
        <a:graphic>
          <a:graphicData uri="http://schemas.openxmlformats.org/drawingml/2006/table">
            <a:tbl>
              <a:tblPr firstRow="1" bandRow="1">
                <a:noFill/>
                <a:tableStyleId>{B9EC6591-ACF8-47BB-9D7F-F5DAC8134E86}</a:tableStyleId>
              </a:tblPr>
              <a:tblGrid>
                <a:gridCol w="1036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lt1"/>
                          </a:solidFill>
                        </a:rPr>
                        <a:t>SR NO</a:t>
                      </a:r>
                      <a:endParaRPr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cap="none" dirty="0">
                          <a:solidFill>
                            <a:schemeClr val="lt1"/>
                          </a:solidFill>
                        </a:rPr>
                        <a:t>STUDENT NAME </a:t>
                      </a:r>
                      <a:endParaRPr dirty="0"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cap="none">
                          <a:solidFill>
                            <a:schemeClr val="lt1"/>
                          </a:solidFill>
                        </a:rPr>
                        <a:t>STUDENT ID</a:t>
                      </a:r>
                      <a:endParaRPr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cap="none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dirty="0"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cap="none" dirty="0">
                          <a:solidFill>
                            <a:schemeClr val="dk1"/>
                          </a:solidFill>
                        </a:rPr>
                        <a:t>Lavannya Patil</a:t>
                      </a:r>
                      <a:endParaRPr dirty="0"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801471484</a:t>
                      </a:r>
                      <a:endParaRPr sz="2200" b="0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cap="none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dirty="0"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 cap="none" dirty="0">
                          <a:solidFill>
                            <a:schemeClr val="dk1"/>
                          </a:solidFill>
                        </a:rPr>
                        <a:t>Yamini </a:t>
                      </a:r>
                      <a:r>
                        <a:rPr lang="en-IN" sz="2200" cap="none" dirty="0" err="1">
                          <a:solidFill>
                            <a:schemeClr val="dk1"/>
                          </a:solidFill>
                        </a:rPr>
                        <a:t>Buyya</a:t>
                      </a:r>
                      <a:endParaRPr sz="2200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 cap="none" dirty="0">
                          <a:solidFill>
                            <a:schemeClr val="dk1"/>
                          </a:solidFill>
                        </a:rPr>
                        <a:t>801482615</a:t>
                      </a:r>
                      <a:endParaRPr sz="2200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745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Sriya Popuri</a:t>
                      </a:r>
                      <a:endParaRPr sz="2200" cap="none">
                        <a:solidFill>
                          <a:schemeClr val="dk1"/>
                        </a:solidFill>
                      </a:endParaRPr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/>
                        <a:t>801472588</a:t>
                      </a:r>
                      <a:endParaRPr sz="2200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37325" marR="237325" marT="237325" marB="2373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67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AE04F-3217-A28F-12F7-76A57136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000">
                <a:solidFill>
                  <a:srgbClr val="FFFFFF"/>
                </a:solidFill>
              </a:rPr>
              <a:t>EMR Enhancement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684EE-D6AD-D1DA-313E-A5240CE4B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Project 2 utilizes the Phase 1 EMR database and performs advanced features.</a:t>
            </a:r>
          </a:p>
          <a:p>
            <a:endParaRPr lang="en-US" sz="1700" dirty="0"/>
          </a:p>
          <a:p>
            <a:r>
              <a:rPr lang="en-US" sz="1700" dirty="0"/>
              <a:t>The main features of the project are security, access control, audit logging, and performance.</a:t>
            </a:r>
          </a:p>
          <a:p>
            <a:endParaRPr lang="en-US" sz="1700" dirty="0"/>
          </a:p>
          <a:p>
            <a:r>
              <a:rPr lang="en-US" sz="1700" dirty="0"/>
              <a:t>UML and ER diagrams have been updated to show the new tables and relationships.</a:t>
            </a:r>
          </a:p>
          <a:p>
            <a:endParaRPr lang="en-US" sz="1700" dirty="0"/>
          </a:p>
          <a:p>
            <a:r>
              <a:rPr lang="en-US" sz="1700" dirty="0"/>
              <a:t>It improves database reliability, maintainability, and real-world usability.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435843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72609-A2DC-E8BE-32E7-31033344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Schema Updates and New Additions</a:t>
            </a:r>
            <a:endParaRPr lang="en-IN" sz="3500"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A74E7-87A8-AB7E-EEC5-251239E59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029" y="1765004"/>
            <a:ext cx="8018694" cy="4449725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New tables introduced:</a:t>
            </a:r>
            <a:endParaRPr lang="en-US" sz="1700" dirty="0"/>
          </a:p>
          <a:p>
            <a:pPr lvl="1"/>
            <a:r>
              <a:rPr lang="en-US" sz="1300" b="1" dirty="0"/>
              <a:t>Roles</a:t>
            </a:r>
            <a:r>
              <a:rPr lang="en-US" sz="1300" dirty="0"/>
              <a:t>, </a:t>
            </a:r>
            <a:r>
              <a:rPr lang="en-US" sz="1300" b="1" dirty="0"/>
              <a:t>Permissions</a:t>
            </a:r>
            <a:r>
              <a:rPr lang="en-US" sz="1300" dirty="0"/>
              <a:t> → define system-level access</a:t>
            </a:r>
          </a:p>
          <a:p>
            <a:pPr lvl="1"/>
            <a:r>
              <a:rPr lang="en-US" sz="1300" b="1" dirty="0" err="1"/>
              <a:t>User_Role</a:t>
            </a:r>
            <a:r>
              <a:rPr lang="en-US" sz="1300" dirty="0"/>
              <a:t>, </a:t>
            </a:r>
            <a:r>
              <a:rPr lang="en-US" sz="1300" b="1" dirty="0" err="1"/>
              <a:t>Role_Permission</a:t>
            </a:r>
            <a:r>
              <a:rPr lang="en-US" sz="1300" dirty="0"/>
              <a:t> → link users to roles and permissions</a:t>
            </a:r>
          </a:p>
          <a:p>
            <a:pPr lvl="1"/>
            <a:r>
              <a:rPr lang="en-US" sz="1300" b="1" dirty="0" err="1"/>
              <a:t>Audit_Log</a:t>
            </a:r>
            <a:r>
              <a:rPr lang="en-US" sz="1300" dirty="0"/>
              <a:t> → tracks system changes and user actions</a:t>
            </a:r>
          </a:p>
          <a:p>
            <a:pPr lvl="1"/>
            <a:r>
              <a:rPr lang="en-US" sz="1300" b="1" dirty="0" err="1"/>
              <a:t>Login_History</a:t>
            </a:r>
            <a:r>
              <a:rPr lang="en-US" sz="1300" dirty="0"/>
              <a:t> → records login attempts and timestamps</a:t>
            </a:r>
          </a:p>
          <a:p>
            <a:endParaRPr lang="en-US" sz="1700" b="1" dirty="0"/>
          </a:p>
          <a:p>
            <a:r>
              <a:rPr lang="en-US" sz="1700" b="1" dirty="0"/>
              <a:t>Enhancements:</a:t>
            </a:r>
            <a:endParaRPr lang="en-US" sz="1700" dirty="0"/>
          </a:p>
          <a:p>
            <a:pPr lvl="1"/>
            <a:r>
              <a:rPr lang="en-US" sz="1300" dirty="0"/>
              <a:t>Added new foreign keys, constraints, and security relationships.</a:t>
            </a:r>
          </a:p>
          <a:p>
            <a:pPr lvl="1"/>
            <a:r>
              <a:rPr lang="en-US" sz="1300" dirty="0"/>
              <a:t>Improved normalization and consistency across entities.</a:t>
            </a:r>
          </a:p>
          <a:p>
            <a:pPr marL="114300" indent="0">
              <a:buNone/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96239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760A0-B1C2-20ED-016E-50B4CD94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Revised UML Model with Security Extensions</a:t>
            </a:r>
            <a:endParaRPr lang="en-IN" sz="35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CA77A381-AA3D-1F65-6F9E-8BC626DDB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10272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42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791C10E-B164-2489-6EAE-D27EDF66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86" y="457200"/>
            <a:ext cx="754742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4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31E7A-D1F2-96B0-44D4-2E8950DD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Enhanced ER Diagram with RBAC and Logging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955A36C-A6C6-99D2-47CD-EF9B34E91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IN" sz="1700" b="1"/>
              <a:t>New relationships added:</a:t>
            </a:r>
            <a:endParaRPr lang="en-IN" sz="1700"/>
          </a:p>
          <a:p>
            <a:pPr lvl="1"/>
            <a:r>
              <a:rPr lang="en-IN" sz="1700"/>
              <a:t>Users ↔ User_Role ↔ Roles</a:t>
            </a:r>
          </a:p>
          <a:p>
            <a:pPr lvl="1"/>
            <a:r>
              <a:rPr lang="en-IN" sz="1700"/>
              <a:t>Roles ↔ Role_Permission ↔ Permissions</a:t>
            </a:r>
          </a:p>
          <a:p>
            <a:pPr lvl="1"/>
            <a:r>
              <a:rPr lang="en-IN" sz="1700"/>
              <a:t>Users → Audit_Log (tracks user actions)</a:t>
            </a:r>
          </a:p>
          <a:p>
            <a:pPr lvl="1"/>
            <a:r>
              <a:rPr lang="en-IN" sz="1700"/>
              <a:t>Users → Login_History (tracks login events)</a:t>
            </a:r>
          </a:p>
          <a:p>
            <a:pPr lvl="1"/>
            <a:r>
              <a:rPr lang="en-IN" sz="1700"/>
              <a:t>Core entities remain connected: Patients, Doctors, Appointments, Prescriptions</a:t>
            </a:r>
          </a:p>
          <a:p>
            <a:r>
              <a:rPr lang="en-IN" sz="1700" b="1"/>
              <a:t>Result:</a:t>
            </a:r>
            <a:br>
              <a:rPr lang="en-IN" sz="1700"/>
            </a:br>
            <a:r>
              <a:rPr lang="en-IN" sz="1700"/>
              <a:t>A more secure, fully traceable EMR database structure.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82200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50578-6EE0-2C10-8287-34BECD8BB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8" y="0"/>
            <a:ext cx="7517219" cy="69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2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A76AE-9557-1F33-4EF3-4B2CD7E2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Stored Procedures Implemented in Project 2</a:t>
            </a:r>
            <a:endParaRPr lang="en-IN" sz="30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41902-1D5F-EDBF-E79C-3F6A53F6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Stored procedures created for:</a:t>
            </a:r>
            <a:endParaRPr lang="en-US" sz="1700" dirty="0"/>
          </a:p>
          <a:p>
            <a:pPr lvl="1"/>
            <a:r>
              <a:rPr lang="en-US" sz="1700" dirty="0"/>
              <a:t>Creating appointments</a:t>
            </a:r>
          </a:p>
          <a:p>
            <a:pPr lvl="1"/>
            <a:r>
              <a:rPr lang="en-US" sz="1700" dirty="0"/>
              <a:t>Authenticating users</a:t>
            </a:r>
          </a:p>
          <a:p>
            <a:pPr lvl="1"/>
            <a:r>
              <a:rPr lang="en-US" sz="1700" dirty="0"/>
              <a:t>Recording audit logs</a:t>
            </a:r>
          </a:p>
          <a:p>
            <a:pPr lvl="1"/>
            <a:r>
              <a:rPr lang="en-US" sz="1700" dirty="0"/>
              <a:t>Updating prescriptions</a:t>
            </a:r>
          </a:p>
          <a:p>
            <a:pPr lvl="1"/>
            <a:r>
              <a:rPr lang="en-US" sz="1700" dirty="0"/>
              <a:t>Managing user role assignments</a:t>
            </a:r>
          </a:p>
          <a:p>
            <a:r>
              <a:rPr lang="en-US" sz="1700" b="1" dirty="0"/>
              <a:t>Benefits:</a:t>
            </a:r>
            <a:endParaRPr lang="en-US" sz="1700" dirty="0"/>
          </a:p>
          <a:p>
            <a:pPr lvl="1"/>
            <a:r>
              <a:rPr lang="en-US" sz="1700" dirty="0"/>
              <a:t>More secure than inline SQL</a:t>
            </a:r>
          </a:p>
          <a:p>
            <a:pPr lvl="1"/>
            <a:r>
              <a:rPr lang="en-US" sz="1700" dirty="0"/>
              <a:t>Faster execution</a:t>
            </a:r>
          </a:p>
          <a:p>
            <a:pPr lvl="1"/>
            <a:r>
              <a:rPr lang="en-US" sz="1700" dirty="0"/>
              <a:t>Ensures consistent logic across the system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0420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17033-79C0-C5A4-A4EA-84B09D31F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Secure User Authentication Framework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FBF1368-B3D3-EF5E-EB08-98A83A9E18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66567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3154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64C72-67D0-730D-6DE5-7853C47D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RBAC Implementation and Access Governance</a:t>
            </a: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F8945-6904-736A-9F53-BFD12B00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486" y="1891970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Users receive roles which indicate their system rights.</a:t>
            </a:r>
          </a:p>
          <a:p>
            <a:endParaRPr lang="en-US" sz="1700" dirty="0"/>
          </a:p>
          <a:p>
            <a:r>
              <a:rPr lang="en-US" sz="1700" dirty="0"/>
              <a:t>Roles decide the actions that can be performed (CRUD + system operations).</a:t>
            </a:r>
          </a:p>
          <a:p>
            <a:endParaRPr lang="en-US" sz="1700" dirty="0"/>
          </a:p>
          <a:p>
            <a:r>
              <a:rPr lang="en-US" sz="1700" dirty="0"/>
              <a:t>Some roles are: Admin, Doctor, Receptionist, Auditor.</a:t>
            </a:r>
          </a:p>
          <a:p>
            <a:endParaRPr lang="en-US" sz="1700" dirty="0"/>
          </a:p>
          <a:p>
            <a:r>
              <a:rPr lang="en-US" sz="1700" dirty="0"/>
              <a:t>It guarantees that only certain people can access the confidential medical information and that they have the right to do so.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419471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EF833-1C3D-6D33-C082-6285AF1C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Database Views for Secure and Simplified Access</a:t>
            </a:r>
            <a:endParaRPr lang="en-IN" sz="3500" dirty="0">
              <a:solidFill>
                <a:srgbClr val="FFFFFF"/>
              </a:solidFill>
            </a:endParaRPr>
          </a:p>
        </p:txBody>
      </p:sp>
      <p:graphicFrame>
        <p:nvGraphicFramePr>
          <p:cNvPr id="12" name="Text Placeholder 2">
            <a:extLst>
              <a:ext uri="{FF2B5EF4-FFF2-40B4-BE49-F238E27FC236}">
                <a16:creationId xmlns:a16="http://schemas.microsoft.com/office/drawing/2014/main" id="{9E498FF3-451B-6E29-C6FB-86DB0A29AA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80067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9944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6605E-FEC5-CE38-6D98-CF9F53E5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Index Optimization for Performance Improvement</a:t>
            </a:r>
            <a:endParaRPr lang="en-IN" sz="3500">
              <a:solidFill>
                <a:srgbClr val="FFFFFF"/>
              </a:solidFill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F6090A4-2C54-9CCE-92DD-B9549B70E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308787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82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C42EE-3149-D88A-C2B9-05758199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Audit Logging and Trigger Mechanisms</a:t>
            </a:r>
            <a:endParaRPr lang="en-IN" sz="3500">
              <a:solidFill>
                <a:srgbClr val="FFFFFF"/>
              </a:solidFill>
            </a:endParaRP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0543DD23-C866-B111-28B1-54AFC6BAAC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1503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198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8C9C6-C767-E056-E4EE-F8C732B4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44EFB-4933-0FF0-635B-A1B202F9C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hlinkClick r:id="rId2" tooltip="https://healthcare-emr-system.vercel.app"/>
              </a:rPr>
              <a:t>healthcare-emr-system.vercel.app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7052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/>
          </a:p>
        </p:txBody>
      </p:sp>
      <p:graphicFrame>
        <p:nvGraphicFramePr>
          <p:cNvPr id="205" name="Text Placeholder 1">
            <a:extLst>
              <a:ext uri="{FF2B5EF4-FFF2-40B4-BE49-F238E27FC236}">
                <a16:creationId xmlns:a16="http://schemas.microsoft.com/office/drawing/2014/main" id="{8861B1AA-6DE4-69E7-7888-020247B61E0D}"/>
              </a:ext>
            </a:extLst>
          </p:cNvPr>
          <p:cNvGraphicFramePr/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-1"/>
            <a:ext cx="9143771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bri"/>
              <a:buNone/>
            </a:pPr>
            <a:r>
              <a:rPr lang="en-US" sz="3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pic>
        <p:nvPicPr>
          <p:cNvPr id="207" name="Google Shape;207;p9" descr="Smiling Face with No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08" name="Google Shape;208;p9"/>
          <p:cNvGrpSpPr/>
          <p:nvPr/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09" name="Google Shape;209;p9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F79646">
                    <a:alpha val="9803"/>
                  </a:srgbClr>
                </a:gs>
                <a:gs pos="85000">
                  <a:srgbClr val="4F81BD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F79646">
                    <a:alpha val="9803"/>
                  </a:srgbClr>
                </a:gs>
                <a:gs pos="85000">
                  <a:srgbClr val="4F81BD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F79646">
                    <a:alpha val="9803"/>
                  </a:srgbClr>
                </a:gs>
                <a:gs pos="85000">
                  <a:srgbClr val="4F81BD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671</Words>
  <Application>Microsoft Macintosh PowerPoint</Application>
  <PresentationFormat>On-screen Show (4:3)</PresentationFormat>
  <Paragraphs>103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Electronic Medical Record (EMR) Database System- Project 2</vt:lpstr>
      <vt:lpstr>EMR Enhancement Overview</vt:lpstr>
      <vt:lpstr>Schema Updates and New Additions</vt:lpstr>
      <vt:lpstr>Revised UML Model with Security Extensions</vt:lpstr>
      <vt:lpstr>PowerPoint Presentation</vt:lpstr>
      <vt:lpstr>Enhanced ER Diagram with RBAC and Logging</vt:lpstr>
      <vt:lpstr>PowerPoint Presentation</vt:lpstr>
      <vt:lpstr>Stored Procedures Implemented in Project 2</vt:lpstr>
      <vt:lpstr>Secure User Authentication Framework</vt:lpstr>
      <vt:lpstr>RBAC Implementation and Access Governance</vt:lpstr>
      <vt:lpstr>Database Views for Secure and Simplified Access</vt:lpstr>
      <vt:lpstr>Index Optimization for Performance Improvement</vt:lpstr>
      <vt:lpstr>Audit Logging and Trigger Mechanisms</vt:lpstr>
      <vt:lpstr>DEMO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Lavannya Patil</dc:creator>
  <cp:lastModifiedBy>Yamini Buyya</cp:lastModifiedBy>
  <cp:revision>7</cp:revision>
  <dcterms:created xsi:type="dcterms:W3CDTF">2013-01-27T09:14:16Z</dcterms:created>
  <dcterms:modified xsi:type="dcterms:W3CDTF">2025-12-05T01:34:27Z</dcterms:modified>
</cp:coreProperties>
</file>